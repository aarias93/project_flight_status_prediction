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APERTURA (20 s). "Una aerolínea no puede vigilar todos sus vuelos. Nuestro proyecto le dice cuáles vigilar primero." Preséntense (nombres y materia) y anuncien el recorrido: el problema, lo que aprendimos de los datos, la solución y sus resultados, cómo funciona sin intervención manual y qué recomendamos. Duración total prevista: 10 a 12 minutos.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1 · EL PROBLEMA (1 min) "Imaginen que son el equipo de operaciones de una aerolínea. El equipo solo puede hacer seguimiento preventivo a una fracción de los vuelos. Si elige al azar, uno de cada cinco que revise se retrasará. La pregunta es si podemos hacerlo mejor usando solo lo que se sabe antes de la salida." Mensaje clave: el valor está en priorizar, no en adivinar. Aclaraciones por si preguntan: - Retraso = llegar 15 minutos o más tarde (variable ArrDel15). - El 10 % es una capacidad ilustrativa para comparar modelos; no viene de un cliente real. - Unidad de análisis: un vuelo programado en una fecha. El modelo no predice cancelaciones ni desvíos. - Dato del gráfico: 21,65 % de retrasos en enero–julio de 2022 (3.944.916 vuelos).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2 · LOS DATOS (1 min) "Trabajamos con 29 millones de vuelos de Estados Unidos entre 2018 y 2022. El archivo pesa 10 GB y no cabe en la memoria de un equipo normal: el nuestro tenía 8 GB de RAM y solo 1,3 GB libres. Por eso lo transformamos a un formato columnar y lo procesamos por partes." Mensaje clave: el reto era de escala y se resolvió con ingeniería. Detalles si preguntan: - La conversión a Parquet escribe en un archivo temporal, verifica que filas y columnas coincidan con el original y solo entonces lo renombra. Corta si quedan menos de 3 GB de disco. - Los tipos de dato se fijaron a mano para no perder, por ejemplo, el cero inicial de una hora como 0905. - DuckDB consulta el Parquet sin cargarlo entero, con un tope de 512 MB y un hilo. - 2022 solo llega hasta julio.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3 · LO QUE APRENDIMOS DE LOS DATOS (2 min en total: hallazgos 1, 2 y 3, diapositivas 4 a 6) HALLAZGO 1. "Antes de modelar, exploramos. Primero, los retrasos suben a lo largo del día: de 8 % a las cinco de la mañana a casi 25 % a las siete de la noche." Números del gráfico: 5 h = 8,30 %; 19 h = 24,55 %; vuelos entre las 6 y las 8 h son los más numerosos (cerca de 2 millones por hora). Cuidado: es un patrón descriptivo. Es plausible que los retrasos se acumulen durante la jornada, pero el EDA no lo demuestra. Los picos de las 2 y 3 h (23 a 24 %) corresponden a muy pocos vuelos (7.422 y 5.767). Consecuencia para el modelo: hora_salida (0 a 23) entra como variable.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HALLAZGO 2. "Segundo, 2020 fue un año atípico, con apenas 10 % de retrasos, mientras 2022 llegó a 21,6 %. El pasado no se parece al presente." Datos del EDA (vuelos operados): 2018 19,5 %; 2019 19,3 %; 2020 10,0 %; 2021 17,3 %; 2022 21,6 %. En 2020 el retraso medio de llegada fue de −4,9 minutos (en promedio, los vuelos llegaban antes de lo programado) y las cancelaciones llegaron a 5,99 % en el año (9,17 % de enero a julio), con un pico de más de 40 % en abril. Cuidado: la caída de 2020 coincide en el tiempo con la pandemia, pero estas consultas no identifican su efecto causal. Consecuencia: la tasa de retraso sube entre los periodos del proyecto (15,81 % entrenamiento, 17,27 % validación, 21,65 % prueba). Por eso se divide por tiempo: en la vida real se predice el futuro con datos del pasado. Si preguntan por 2018: tiene huecos de cobertura concentrados en algunas aerolíneas (Delta 150 mil vuelos frente a 662 mil en 2019, de enero a agosto). Por eso queda solo para exploración. El notebook aclara que esto no prueba la causa del faltante.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HALLAZGO 3. "Tercero, el retraso de salida explica casi todo el retraso de llegada, pero no lo sabemos antes de salir, así que no lo usamos. Preferimos un modelo más modesto y honesto que uno espectacular e inútil." Es la mejor defensa metodológica del proyecto. Si el modelo supiera cuánto se retrasó la salida, "predeciría" casi perfecto, pero esa información no existe en el momento en que se necesita decidir. A eso se le llama fuga de datos. Datos: Pearson DepDelay-ArrDelay = 0,963 (sobre todos los pares disponibles de vuelos operados); Spearman = 0,647 (muestra reproducible de hasta 100.000 filas completas). Las dos poblaciones de cálculo son distintas, por eso difieren. TaxiOut también se asocia con ArrDelay (0,21 en Pearson). Variables que sí entran: aerolínea operadora, origen, destino, día de la semana, hora programada de salida, distancia, duración programada y un indicador de duración faltante. Mes: se usó en la V1 y se quitó en la V2, porque los meses de validación no aparecían en el entrenamiento.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4 · CÓMO CONSTRUIMOS LA SOLUCIÓN (1,5 min) "Dejamos fuera cancelados y desviados, porque no tienen un retraso medible. Limpiamos la base hasta 28,3 millones de vuelos. Y evaluamos por tiempo: entrenamos con el pasado, validamos con 2021 y probamos con 2022, como pasaría en la vida real. Probamos primero una regresión simple y luego un modelo más flexible, y los comparamos siempre contra una referencia sencilla: el historial por aerolínea, aeropuerto y hora." Cifras del embudo (se pueden verificar en el notebook): 29.193.782 originales; excluidos 846.183 (777.265 cancelados, 68.347 desviados, 569 sin resultado y 2 cancelados y desviados a la vez); 28.347.599 válidos; se eliminan 2 registros que comparten clave y tienen etiquetas contradictorias (20 y 877 minutos de retraso, probablemente un vuelo reprogramado al día siguiente); quedan 28.347.597 en 55 archivos mensuales. Hubo además 71 duraciones programadas inválidas, que se marcan con un indicador y se imputan dentro del modelo, solo con datos de entrenamiento. Historia del modelado: la V1 (regresión logística, 400.000 vuelos) supera a la referencia histórica de forma modesta. La V2 compara logística y gradient boosting con datos de 2021 y valida en octubre a diciembre. Más etapas y hojas no ayudaron; más datos (1 millón) sí. La decisión de modelo de la V1 se escribió en un archivo antes de mirar 2022.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5 · RESULTADOS (2 min). Es la diapositiva clave. "Si la aerolínea revisa el 10 % de los vuelos, unos 394 mil, al azar encontraría unos 85 mil retrasos. Con nuestro modelo encuentra casi 164 mil: prácticamente el doble. De cada 100 vuelos que marcamos, 42 efectivamente se retrasan, contra 22 al azar. Frente a nuestra primera versión, el modelo final encuentra 32 mil retrasos más con el mismo esfuerzo." Mensaje clave: el modelo concentra el riesgo. De dónde sale cada cifra (evaluación enero–julio de 2022, 3.944.916 vuelos, 394.492 priorizados): - Al azar: 21,65 % x 394.492 = 85.404 (estimación, no es una medición del notebook). - Referencia histórica: 125.053 (tasa por aerolínea, origen y hora, calculada con 2019–2020). - Regresión logística V1: 131.777 (precisión 33,40 %, recall 15,43 %, ROC-AUC 0,6175). - Gradient boosting final (1 M de vuelos, enero–septiembre de 2021): 163.780 (precisión 41,52 %, recall 19,18 %, lift 1,92, ROC-AUC 0,6455, Average Precision 0,3346). - Diferencia frente a V1: 163.780 − 131.777 = 32.003 (+24,3 %). No digas "el modelo acierta el 41 %": es la precisión dentro del grupo priorizado, no la exactitud global. Cuidado: la V1 y el modelo final difieren en algoritmo, periodo de entrenamiento y tamaño de muestra; por eso la mejora no se atribuye solo al algoritmo.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6 · LO QUE NO RESUELVE (1 min) "Seamos claros: el modelo es una ayuda para ordenar, no una bola de cristal. Aun priorizando bien, capturamos cerca de una quinta parte de todos los retrasos, y más de la mitad de los vuelos marcados no se retrasa. Tampoco estima la tasa global: calcula 16,8 % cuando la realidad fue 21,6 %. Y no demostramos que actuar sobre una alerta evite el retraso." Cifras: recall 19,18 % (80,82 % de los retrasos queda fuera); precisión 41,52 % (58,48 % de los marcados no se retrasó); probabilidad media estimada 16,79 % frente a 21,65 % observado. Una lectura razonable de la subestimación (el notebook solo la reporta y la deja como mejora pendiente de calibración): el modelo aprendió de periodos con menos retrasos (2021) que el periodo que le tocó predecir (2022). Preséntala como interpretación, no como hecho comprobado. Para priorizar importa el orden, así que el modelo sigue siendo útil. Para dar probabilidades fiables falta calibrar. La selección del 10 % se calculó sobre todo el periodo; una aplicación diaria requeriría evaluarla dentro de los vuelos de cada jornada.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7 · QUE FUNCIONE SIN NOSOTROS, PRIMERA PARTE (1,5 min en total con la diapositiva siguiente) "Automatizamos el proceso. Cada archivo nuevo de vuelos se valida, se puntúa y se resume solo." Cómo funciona (Prefect): un flujo de cuatro tareas (validar la entrada, predecir y agregar por bloques, construir indicadores, exportar). Un programador revisa cada minuto la carpeta de entradas y calcula una huella SHA-256 del archivo, del modelo y del código: solo procesa lo nuevo o modificado, y anota el archivo como procesado únicamente cuando el flujo termina bien. Guarda sumas y no promedios, porque las sumas se pueden recombinar sin error entre bloques y archivos. Evidencia: marzo de 2022 procesó 579.953 vuelos y generó 52.802 filas de resumen; en las revisiones siguientes el sistema omitió el archivo sin cambios. Abril a julio se procesaron y validaron (los vuelos de entrada igualan los vuelos del resumen y no hay claves duplicadas). Límite que hay que decir: el flujo arranca desde Parquet ya preparado. La limpieza del CSV original, la consolidación y la carga a AWS se ejecutan por separado. No lo presentes como un flujo automático continuo de CSV a tablero. La demostración es local y requiere mantener activos el servidor y el proceso de programación.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7 · SEGUNDA PARTE: RESULTADOS EN LA NUBE Y TABLERO "Los resultados, y solo los resultados, se guardan en una base de datos en la nube con acceso restringido, y un tablero permite a los gerentes ver volumen, tasa de retraso y riesgo por mes, aerolínea y aeropuerto." Qué muestra el tablero (captura real): 3.944.916 vuelos analizados; 21,65 % con retraso de 15 minutos o más; barras de retrasos observados frente a riesgo medio estimado por mes (se ve a simple vista que el riesgo estimado queda por debajo de lo observado); top 10 de orígenes por cantidad de vuelos con retraso (DEN, ORD, ATL, DFW, CLT...); y una tabla de orígenes con mayor tasa de retraso, con un mínimo de 10.000 vuelos. Cómo se cargó: los siete resúmenes mensuales se consolidaron en 358.665 filas, con validaciones estrictas (claves únicas, sin nulos, retrasos menores o iguales a vuelos). La carga a PostgreSQL usa una tabla temporal, valida los totales y luego inserta con una operación que no duplica si se repite; todo en una transacción que se revierte si algo falla. La tabla tiene restricciones que impiden datos incoherentes. Las tasas del tablero se calculan como suma de retrasos entre suma de vuelos, no como promedio de porcentajes. Cuidado al hablar de aeropuertos: el ranking describe vuelos que salieron de ese origen y llegaron tarde a destino. No demuestra que el aeropuerto de origen haya causado el retraso. Pendiente de confirmar con el grupo: qué dimensión se presenta como "gerencia" (las disponibles son aerolínea y aeropuerto de origen).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DIAPOSITIVA 8 · RECOMENDACIONES Y PRÓXIMOS PASOS (1 min) "Recomendamos tres pasos. Uno: piloto controlado para medir si actuar sobre las alertas reduce retrasos y cuánto cuesta. Dos: incorporar clima y restricciones de tráfico aéreo, que hoy no tenemos. Tres: calibrar el modelo y probarlo con un periodo nuevo. Con eso pasamos de un prototipo a una herramienta operativa." CIERRE (15 s): "Con la misma capacidad de revisión, casi el doble de retrasos identificados: un buen primer paso, con límites claros y una ruta definida para mejorarlo." Por qué estos tres pasos (todos salen de las limitaciones declaradas en el notebook): el proyecto no demuestra que las alertas eviten retrasos ni generen ahorro; no incorpora clima ni restricciones de tráfico aéreo (la versión de Kaggle no trae las columnas de causa del retraso); el riesgo medio estimado (16,79 %) queda por debajo de la tasa observada (21,65 %); la selección del 10 % se calculó sobre todo el periodo y no por día; y 2022 ya se había consultado, así que hace falta un periodo nuevo. También queda pendiente verificar la reproducción completa del proyecto desde un entorno limpio. Abrir el turno de preguntas.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950271-F8DC-4243-B09C-C83CFCA799C2}"/>
              </a:ext>
            </a:extLst>
          </p:cNvPr>
          <p:cNvSpPr>
            <a:spLocks noGrp="1"/>
          </p:cNvSpPr>
          <p:nvPr>
            <p:ph type="title"/>
          </p:nvPr>
        </p:nvSpPr>
        <p:spPr>
          <a:xfrm>
            <a:off x="812800" y="1312912"/>
            <a:ext cx="10566400" cy="416471"/>
          </a:xfrm>
          <a:prstGeom prst="rect">
            <a:avLst/>
          </a:prstGeom>
          <a:noFill/>
        </p:spPr>
        <p:txBody>
          <a:bodyPr wrap="square" lIns="0" tIns="0" rIns="0" bIns="0" anchor="t"/>
          <a:lstStyle>
            <a:lvl1pPr marL="0" indent="0" algn="l">
              <a:lnSpc>
                <a:spcPct val="115000"/>
              </a:lnSpc>
              <a:buNone/>
              <a:defRPr sz="2995">
                <a:solidFill>
                  <a:srgbClr val="16222F"/>
                </a:solidFill>
                <a:latin typeface="Arial"/>
                <a:ea typeface="Arial"/>
                <a:cs typeface="Arial"/>
              </a:defRPr>
            </a:lvl1pPr>
          </a:lstStyle>
          <a:p>
            <a:pPr marL="0" indent="0" algn="l">
              <a:lnSpc>
                <a:spcPct val="115000"/>
              </a:lnSpc>
              <a:buNone/>
            </a:pPr>
            <a:endParaRPr sz="2995"/>
          </a:p>
        </p:txBody>
      </p:sp>
      <p:sp>
        <p:nvSpPr>
          <p:cNvPr id="3" name="Text Placeholder 2">
            <a:extLst>
              <a:ext uri="{FF2B5EF4-FFF2-40B4-BE49-F238E27FC236}">
                <a16:creationId xmlns:a16="http://schemas.microsoft.com/office/drawing/2014/main" id="{0A7C1A59-4A46-4782-8B61-8360111E79B2}"/>
              </a:ext>
            </a:extLst>
          </p:cNvPr>
          <p:cNvSpPr>
            <a:spLocks noGrp="1"/>
          </p:cNvSpPr>
          <p:nvPr>
            <p:ph type="body" idx="101"/>
          </p:nvPr>
        </p:nvSpPr>
        <p:spPr>
          <a:xfrm>
            <a:off x="812800" y="2034183"/>
            <a:ext cx="10566400" cy="4011017"/>
          </a:xfrm>
          <a:prstGeom prst="rect">
            <a:avLst/>
          </a:prstGeom>
          <a:noFill/>
        </p:spPr>
        <p:txBody>
          <a:bodyPr wrap="square" lIns="0" tIns="0" rIns="0" bIns="0" anchor="t"/>
          <a:lstStyle>
            <a:lvl1pPr marL="0" indent="0" algn="l">
              <a:lnSpc>
                <a:spcPct val="140000"/>
              </a:lnSpc>
              <a:buNone/>
              <a:defRPr sz="1600">
                <a:solidFill>
                  <a:srgbClr val="16222F"/>
                </a:solidFill>
                <a:latin typeface="Arial"/>
                <a:ea typeface="Arial"/>
                <a:cs typeface="Arial"/>
              </a:defRPr>
            </a:lvl1pPr>
          </a:lstStyle>
          <a:p>
            <a:pPr marL="0" indent="0" algn="l">
              <a:lnSpc>
                <a:spcPct val="140000"/>
              </a:lnSpc>
              <a:buNone/>
            </a:pPr>
            <a:endParaRPr sz="16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8B77F8-8E7B-44C5-8A61-5B758D996D93}"/>
              </a:ext>
            </a:extLst>
          </p:cNvPr>
          <p:cNvSpPr>
            <a:spLocks noGrp="1"/>
          </p:cNvSpPr>
          <p:nvPr>
            <p:ph type="title"/>
          </p:nvPr>
        </p:nvSpPr>
        <p:spPr>
          <a:xfrm>
            <a:off x="812800" y="1312912"/>
            <a:ext cx="10566400" cy="416471"/>
          </a:xfrm>
          <a:prstGeom prst="rect">
            <a:avLst/>
          </a:prstGeom>
          <a:noFill/>
        </p:spPr>
        <p:txBody>
          <a:bodyPr wrap="square" lIns="0" tIns="0" rIns="0" bIns="0" anchor="t"/>
          <a:lstStyle>
            <a:lvl1pPr marL="0" indent="0" algn="l">
              <a:lnSpc>
                <a:spcPct val="115000"/>
              </a:lnSpc>
              <a:buNone/>
              <a:defRPr sz="2995">
                <a:solidFill>
                  <a:srgbClr val="16222F"/>
                </a:solidFill>
                <a:latin typeface="Arial"/>
                <a:ea typeface="Arial"/>
                <a:cs typeface="Arial"/>
              </a:defRPr>
            </a:lvl1pPr>
          </a:lstStyle>
          <a:p>
            <a:pPr marL="0" indent="0" algn="l">
              <a:lnSpc>
                <a:spcPct val="115000"/>
              </a:lnSpc>
              <a:buNone/>
            </a:pPr>
            <a:endParaRPr sz="2995"/>
          </a:p>
        </p:txBody>
      </p:sp>
      <p:sp>
        <p:nvSpPr>
          <p:cNvPr id="3" name="Text Placeholder 2">
            <a:extLst>
              <a:ext uri="{FF2B5EF4-FFF2-40B4-BE49-F238E27FC236}">
                <a16:creationId xmlns:a16="http://schemas.microsoft.com/office/drawing/2014/main" id="{9DAB0147-F7C2-42D1-ACE5-EDAA18F57F1C}"/>
              </a:ext>
            </a:extLst>
          </p:cNvPr>
          <p:cNvSpPr>
            <a:spLocks noGrp="1"/>
          </p:cNvSpPr>
          <p:nvPr>
            <p:ph type="body" idx="101"/>
          </p:nvPr>
        </p:nvSpPr>
        <p:spPr>
          <a:xfrm>
            <a:off x="812800" y="2034183"/>
            <a:ext cx="10566400" cy="4011017"/>
          </a:xfrm>
          <a:prstGeom prst="rect">
            <a:avLst/>
          </a:prstGeom>
          <a:noFill/>
        </p:spPr>
        <p:txBody>
          <a:bodyPr wrap="square" lIns="0" tIns="0" rIns="0" bIns="0" anchor="t"/>
          <a:lstStyle>
            <a:lvl1pPr marL="0" indent="0" algn="l">
              <a:lnSpc>
                <a:spcPct val="140000"/>
              </a:lnSpc>
              <a:buNone/>
              <a:defRPr sz="1600">
                <a:solidFill>
                  <a:srgbClr val="16222F"/>
                </a:solidFill>
                <a:latin typeface="Arial"/>
                <a:ea typeface="Arial"/>
                <a:cs typeface="Arial"/>
              </a:defRPr>
            </a:lvl1pPr>
          </a:lstStyle>
          <a:p>
            <a:pPr marL="0" indent="0" algn="l">
              <a:lnSpc>
                <a:spcPct val="140000"/>
              </a:lnSpc>
              <a:buNone/>
            </a:pPr>
            <a:endParaRPr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43B"/>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70BD980-C50C-4DF6-90AE-9F25ED768371}"/>
              </a:ext>
            </a:extLst>
          </p:cNvPr>
          <p:cNvSpPr>
            <a:spLocks noGrp="1"/>
          </p:cNvSpPr>
          <p:nvPr/>
        </p:nvSpPr>
        <p:spPr>
          <a:xfrm>
            <a:off x="812800" y="812800"/>
            <a:ext cx="9810750" cy="520700"/>
          </a:xfrm>
          <a:prstGeom prst="rect">
            <a:avLst/>
          </a:prstGeom>
          <a:noFill/>
        </p:spPr>
        <p:txBody>
          <a:bodyPr wrap="square" lIns="0" tIns="0" rIns="0" bIns="0" anchor="t">
            <a:normAutofit/>
          </a:bodyPr>
          <a:lstStyle/>
          <a:p>
            <a:pPr marL="0" indent="0" algn="l">
              <a:lnSpc>
                <a:spcPts val="1960"/>
              </a:lnSpc>
              <a:buNone/>
            </a:pPr>
            <a:r>
              <a:rPr sz="1400" b="1" spc="100">
                <a:solidFill>
                  <a:srgbClr val="E9A23B"/>
                </a:solidFill>
                <a:latin typeface="Arial"/>
                <a:ea typeface="Arial"/>
                <a:cs typeface="Arial"/>
              </a:rPr>
              <a:t>HERRAMIENTAS DE BIG DATA · MAESTRÍA EN ANALÍTICA APLICADA · UNIVERSIDAD DE LA SABANA</a:t>
            </a:r>
            <a:endParaRPr sz="1400"/>
          </a:p>
        </p:txBody>
      </p:sp>
      <p:pic>
        <p:nvPicPr>
          <p:cNvPr id="3" name="Image 0">
            <a:extLst>
              <a:ext uri="{FF2B5EF4-FFF2-40B4-BE49-F238E27FC236}">
                <a16:creationId xmlns:a16="http://schemas.microsoft.com/office/drawing/2014/main" id="{418FFBAE-CB01-48A6-80CA-412765983674}"/>
              </a:ext>
            </a:extLst>
          </p:cNvPr>
          <p:cNvPicPr>
            <a:picLocks noChangeAspect="1"/>
          </p:cNvPicPr>
          <p:nvPr/>
        </p:nvPicPr>
        <p:blipFill>
          <a:blip r:embed="rId3"/>
          <a:srcRect/>
          <a:stretch/>
        </p:blipFill>
        <p:spPr>
          <a:xfrm>
            <a:off x="812800" y="2038350"/>
            <a:ext cx="1016000" cy="50800"/>
          </a:xfrm>
          <a:prstGeom prst="rect">
            <a:avLst/>
          </a:prstGeom>
        </p:spPr>
      </p:pic>
      <p:sp>
        <p:nvSpPr>
          <p:cNvPr id="4" name="Text 1">
            <a:extLst>
              <a:ext uri="{FF2B5EF4-FFF2-40B4-BE49-F238E27FC236}">
                <a16:creationId xmlns:a16="http://schemas.microsoft.com/office/drawing/2014/main" id="{9F2325D3-F851-459C-90EC-778038E41B3A}"/>
              </a:ext>
            </a:extLst>
          </p:cNvPr>
          <p:cNvSpPr>
            <a:spLocks noGrp="1"/>
          </p:cNvSpPr>
          <p:nvPr>
            <p:ph type="title"/>
          </p:nvPr>
        </p:nvSpPr>
        <p:spPr>
          <a:xfrm>
            <a:off x="812800" y="2343150"/>
            <a:ext cx="9810750" cy="1511300"/>
          </a:xfrm>
          <a:prstGeom prst="rect">
            <a:avLst/>
          </a:prstGeom>
          <a:noFill/>
        </p:spPr>
        <p:txBody>
          <a:bodyPr wrap="square" lIns="0" tIns="0" rIns="0" bIns="0" anchor="t">
            <a:normAutofit/>
          </a:bodyPr>
          <a:lstStyle/>
          <a:p>
            <a:pPr marL="0" indent="0" algn="l">
              <a:lnSpc>
                <a:spcPts val="5880"/>
              </a:lnSpc>
              <a:buNone/>
            </a:pPr>
            <a:r>
              <a:rPr sz="5600" b="1" i="0">
                <a:solidFill>
                  <a:srgbClr val="F5F3EC"/>
                </a:solidFill>
                <a:latin typeface="Arial"/>
                <a:ea typeface="Arial"/>
                <a:cs typeface="Arial"/>
              </a:rPr>
              <a:t>Priorización de vuelos con riesgo de retraso</a:t>
            </a:r>
            <a:endParaRPr sz="5600"/>
          </a:p>
        </p:txBody>
      </p:sp>
      <p:sp>
        <p:nvSpPr>
          <p:cNvPr id="5" name="Text 2">
            <a:extLst>
              <a:ext uri="{FF2B5EF4-FFF2-40B4-BE49-F238E27FC236}">
                <a16:creationId xmlns:a16="http://schemas.microsoft.com/office/drawing/2014/main" id="{92E5F8BF-41F7-4CD2-AABC-B00899FA42FE}"/>
              </a:ext>
            </a:extLst>
          </p:cNvPr>
          <p:cNvSpPr>
            <a:spLocks noGrp="1"/>
          </p:cNvSpPr>
          <p:nvPr/>
        </p:nvSpPr>
        <p:spPr>
          <a:xfrm>
            <a:off x="812800" y="4083050"/>
            <a:ext cx="8502650" cy="723900"/>
          </a:xfrm>
          <a:prstGeom prst="rect">
            <a:avLst/>
          </a:prstGeom>
          <a:noFill/>
        </p:spPr>
        <p:txBody>
          <a:bodyPr wrap="square" lIns="0" tIns="0" rIns="0" bIns="0" anchor="t">
            <a:normAutofit/>
          </a:bodyPr>
          <a:lstStyle/>
          <a:p>
            <a:pPr marL="0" indent="0" algn="l">
              <a:lnSpc>
                <a:spcPts val="2750"/>
              </a:lnSpc>
              <a:buNone/>
            </a:pPr>
            <a:r>
              <a:rPr sz="2200">
                <a:solidFill>
                  <a:srgbClr val="B8C4D2"/>
                </a:solidFill>
                <a:latin typeface="Arial"/>
                <a:ea typeface="Arial"/>
                <a:cs typeface="Arial"/>
              </a:rPr>
              <a:t>Base recalculada sin 2020: Parquet de 0,679 GB y 23,63 millones de vuelos etiquetados</a:t>
            </a:r>
            <a:endParaRPr sz="2200"/>
          </a:p>
        </p:txBody>
      </p:sp>
      <p:sp>
        <p:nvSpPr>
          <p:cNvPr id="6" name="Text 3">
            <a:extLst>
              <a:ext uri="{FF2B5EF4-FFF2-40B4-BE49-F238E27FC236}">
                <a16:creationId xmlns:a16="http://schemas.microsoft.com/office/drawing/2014/main" id="{A994D951-9409-4636-A9B0-0D244A30CC35}"/>
              </a:ext>
            </a:extLst>
          </p:cNvPr>
          <p:cNvSpPr>
            <a:spLocks noGrp="1"/>
          </p:cNvSpPr>
          <p:nvPr/>
        </p:nvSpPr>
        <p:spPr>
          <a:xfrm>
            <a:off x="812800" y="5511800"/>
            <a:ext cx="9810750" cy="558800"/>
          </a:xfrm>
          <a:prstGeom prst="rect">
            <a:avLst/>
          </a:prstGeom>
          <a:noFill/>
        </p:spPr>
        <p:txBody>
          <a:bodyPr wrap="square" lIns="0" tIns="0" rIns="0" bIns="0" anchor="t">
            <a:normAutofit/>
          </a:bodyPr>
          <a:lstStyle/>
          <a:p>
            <a:pPr marL="0" indent="0" algn="l">
              <a:lnSpc>
                <a:spcPts val="2100"/>
              </a:lnSpc>
              <a:buNone/>
            </a:pPr>
            <a:r>
              <a:rPr sz="1400" dirty="0">
                <a:solidFill>
                  <a:srgbClr val="B8C4D2"/>
                </a:solidFill>
                <a:latin typeface="Arial"/>
                <a:ea typeface="Arial"/>
                <a:cs typeface="Arial"/>
              </a:rPr>
              <a:t>Angela Liseth Arias Robles · Andres Jose Triana Olivera · Luis Felipe </a:t>
            </a:r>
            <a:r>
              <a:rPr sz="1400" dirty="0" err="1">
                <a:solidFill>
                  <a:srgbClr val="B8C4D2"/>
                </a:solidFill>
                <a:latin typeface="Arial"/>
                <a:ea typeface="Arial"/>
                <a:cs typeface="Arial"/>
              </a:rPr>
              <a:t>Cangrejo</a:t>
            </a:r>
            <a:r>
              <a:rPr sz="1400" dirty="0">
                <a:solidFill>
                  <a:srgbClr val="B8C4D2"/>
                </a:solidFill>
                <a:latin typeface="Arial"/>
                <a:ea typeface="Arial"/>
                <a:cs typeface="Arial"/>
              </a:rPr>
              <a:t> Motta</a:t>
            </a:r>
            <a:endParaRPr sz="1400" dirty="0"/>
          </a:p>
          <a:p>
            <a:pPr marL="0" indent="0" algn="l">
              <a:lnSpc>
                <a:spcPts val="2100"/>
              </a:lnSpc>
              <a:buNone/>
            </a:pPr>
            <a:r>
              <a:rPr lang="es-CO" sz="1400" dirty="0">
                <a:solidFill>
                  <a:srgbClr val="B8C4D2"/>
                </a:solidFill>
                <a:latin typeface="Arial"/>
                <a:ea typeface="Arial"/>
                <a:cs typeface="Arial"/>
              </a:rPr>
              <a:t>10</a:t>
            </a:r>
            <a:r>
              <a:rPr sz="1400" dirty="0">
                <a:solidFill>
                  <a:srgbClr val="B8C4D2"/>
                </a:solidFill>
                <a:latin typeface="Arial"/>
                <a:ea typeface="Arial"/>
                <a:cs typeface="Arial"/>
              </a:rPr>
              <a:t> de </a:t>
            </a:r>
            <a:r>
              <a:rPr sz="1400" dirty="0" err="1">
                <a:solidFill>
                  <a:srgbClr val="B8C4D2"/>
                </a:solidFill>
                <a:latin typeface="Arial"/>
                <a:ea typeface="Arial"/>
                <a:cs typeface="Arial"/>
              </a:rPr>
              <a:t>octubre</a:t>
            </a:r>
            <a:r>
              <a:rPr sz="1400" dirty="0">
                <a:solidFill>
                  <a:srgbClr val="B8C4D2"/>
                </a:solidFill>
                <a:latin typeface="Arial"/>
                <a:ea typeface="Arial"/>
                <a:cs typeface="Arial"/>
              </a:rPr>
              <a:t> de 2026</a:t>
            </a:r>
            <a:endParaRPr sz="1400" dirty="0"/>
          </a:p>
        </p:txBody>
      </p:sp>
    </p:spTree>
    <p:extLst>
      <p:ext uri="{BB962C8B-B14F-4D97-AF65-F5344CB8AC3E}">
        <p14:creationId xmlns:p14="http://schemas.microsoft.com/office/powerpoint/2010/main" val="1699450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CEA1991-8641-428B-87BC-B7DDEF782C96}"/>
              </a:ext>
            </a:extLst>
          </p:cNvPr>
          <p:cNvSpPr>
            <a:spLocks noGrp="1"/>
          </p:cNvSpPr>
          <p:nvPr/>
        </p:nvSpPr>
        <p:spPr>
          <a:xfrm>
            <a:off x="812800" y="812800"/>
            <a:ext cx="10883392" cy="263327"/>
          </a:xfrm>
          <a:prstGeom prst="rect">
            <a:avLst/>
          </a:prstGeom>
          <a:noFill/>
        </p:spPr>
        <p:txBody>
          <a:bodyPr wrap="square" lIns="0" tIns="0" rIns="0" bIns="0" anchor="t">
            <a:normAutofit/>
          </a:bodyPr>
          <a:lstStyle/>
          <a:p>
            <a:pPr marL="0" indent="0" algn="l">
              <a:lnSpc>
                <a:spcPts val="1899"/>
              </a:lnSpc>
              <a:buNone/>
            </a:pPr>
            <a:r>
              <a:rPr sz="1356" b="1" spc="100">
                <a:solidFill>
                  <a:srgbClr val="176B7B"/>
                </a:solidFill>
                <a:latin typeface="Arial"/>
                <a:ea typeface="Arial"/>
                <a:cs typeface="Arial"/>
              </a:rPr>
              <a:t>1 · EL PROBLEMA</a:t>
            </a:r>
            <a:endParaRPr sz="1356"/>
          </a:p>
        </p:txBody>
      </p:sp>
      <p:sp>
        <p:nvSpPr>
          <p:cNvPr id="3" name="Text 1">
            <a:extLst>
              <a:ext uri="{FF2B5EF4-FFF2-40B4-BE49-F238E27FC236}">
                <a16:creationId xmlns:a16="http://schemas.microsoft.com/office/drawing/2014/main" id="{D03DA773-D29F-4FB9-B97C-E9ADE06B67C3}"/>
              </a:ext>
            </a:extLst>
          </p:cNvPr>
          <p:cNvSpPr>
            <a:spLocks noGrp="1"/>
          </p:cNvSpPr>
          <p:nvPr>
            <p:ph type="title"/>
          </p:nvPr>
        </p:nvSpPr>
        <p:spPr>
          <a:xfrm>
            <a:off x="812800" y="1304727"/>
            <a:ext cx="10883392" cy="428129"/>
          </a:xfrm>
          <a:prstGeom prst="rect">
            <a:avLst/>
          </a:prstGeom>
          <a:noFill/>
        </p:spPr>
        <p:txBody>
          <a:bodyPr wrap="square" lIns="0" tIns="0" rIns="0" bIns="0" anchor="t">
            <a:normAutofit/>
          </a:bodyPr>
          <a:lstStyle/>
          <a:p>
            <a:pPr marL="0" indent="0" algn="l">
              <a:lnSpc>
                <a:spcPts val="3197"/>
              </a:lnSpc>
              <a:buNone/>
            </a:pPr>
            <a:r>
              <a:rPr sz="2906" b="1" i="0">
                <a:solidFill>
                  <a:srgbClr val="16222F"/>
                </a:solidFill>
                <a:latin typeface="Arial"/>
                <a:ea typeface="Arial"/>
                <a:cs typeface="Arial"/>
              </a:rPr>
              <a:t>Todos los vuelos reciben una puntuación de riesgo</a:t>
            </a:r>
            <a:endParaRPr sz="2906"/>
          </a:p>
        </p:txBody>
      </p:sp>
      <p:sp>
        <p:nvSpPr>
          <p:cNvPr id="4" name="Shape 2">
            <a:extLst>
              <a:ext uri="{FF2B5EF4-FFF2-40B4-BE49-F238E27FC236}">
                <a16:creationId xmlns:a16="http://schemas.microsoft.com/office/drawing/2014/main" id="{CDE0F0BD-F9FA-4837-8BD4-7EAFBE746522}"/>
              </a:ext>
            </a:extLst>
          </p:cNvPr>
          <p:cNvSpPr>
            <a:spLocks noGrp="1"/>
          </p:cNvSpPr>
          <p:nvPr/>
        </p:nvSpPr>
        <p:spPr>
          <a:xfrm>
            <a:off x="812800" y="1961455"/>
            <a:ext cx="228600" cy="228600"/>
          </a:xfrm>
          <a:prstGeom prst="roundRect">
            <a:avLst>
              <a:gd name="adj" fmla="val 50000"/>
            </a:avLst>
          </a:prstGeom>
          <a:solidFill>
            <a:srgbClr val="CFCBBE"/>
          </a:solidFill>
        </p:spPr>
        <p:txBody>
          <a:bodyPr/>
          <a:lstStyle/>
          <a:p>
            <a:endParaRPr/>
          </a:p>
        </p:txBody>
      </p:sp>
      <p:sp>
        <p:nvSpPr>
          <p:cNvPr id="5" name="Shape 3">
            <a:extLst>
              <a:ext uri="{FF2B5EF4-FFF2-40B4-BE49-F238E27FC236}">
                <a16:creationId xmlns:a16="http://schemas.microsoft.com/office/drawing/2014/main" id="{1DC0A422-5A49-434A-810C-B2C80FFFDADE}"/>
              </a:ext>
            </a:extLst>
          </p:cNvPr>
          <p:cNvSpPr>
            <a:spLocks noGrp="1"/>
          </p:cNvSpPr>
          <p:nvPr/>
        </p:nvSpPr>
        <p:spPr>
          <a:xfrm>
            <a:off x="1117600" y="1961455"/>
            <a:ext cx="228600" cy="228600"/>
          </a:xfrm>
          <a:prstGeom prst="roundRect">
            <a:avLst>
              <a:gd name="adj" fmla="val 50000"/>
            </a:avLst>
          </a:prstGeom>
          <a:solidFill>
            <a:srgbClr val="CFCBBE"/>
          </a:solidFill>
        </p:spPr>
        <p:txBody>
          <a:bodyPr/>
          <a:lstStyle/>
          <a:p>
            <a:endParaRPr/>
          </a:p>
        </p:txBody>
      </p:sp>
      <p:sp>
        <p:nvSpPr>
          <p:cNvPr id="6" name="Shape 4">
            <a:extLst>
              <a:ext uri="{FF2B5EF4-FFF2-40B4-BE49-F238E27FC236}">
                <a16:creationId xmlns:a16="http://schemas.microsoft.com/office/drawing/2014/main" id="{246A438E-1900-43B7-817B-FD9F35E52F9B}"/>
              </a:ext>
            </a:extLst>
          </p:cNvPr>
          <p:cNvSpPr>
            <a:spLocks noGrp="1"/>
          </p:cNvSpPr>
          <p:nvPr/>
        </p:nvSpPr>
        <p:spPr>
          <a:xfrm>
            <a:off x="1422400" y="1961455"/>
            <a:ext cx="228600" cy="228600"/>
          </a:xfrm>
          <a:prstGeom prst="roundRect">
            <a:avLst>
              <a:gd name="adj" fmla="val 50000"/>
            </a:avLst>
          </a:prstGeom>
          <a:solidFill>
            <a:srgbClr val="CFCBBE"/>
          </a:solidFill>
        </p:spPr>
        <p:txBody>
          <a:bodyPr/>
          <a:lstStyle/>
          <a:p>
            <a:endParaRPr/>
          </a:p>
        </p:txBody>
      </p:sp>
      <p:sp>
        <p:nvSpPr>
          <p:cNvPr id="7" name="Shape 5">
            <a:extLst>
              <a:ext uri="{FF2B5EF4-FFF2-40B4-BE49-F238E27FC236}">
                <a16:creationId xmlns:a16="http://schemas.microsoft.com/office/drawing/2014/main" id="{4B4D6093-11B5-41F9-91D9-597159F76F1D}"/>
              </a:ext>
            </a:extLst>
          </p:cNvPr>
          <p:cNvSpPr>
            <a:spLocks noGrp="1"/>
          </p:cNvSpPr>
          <p:nvPr/>
        </p:nvSpPr>
        <p:spPr>
          <a:xfrm>
            <a:off x="1727200" y="1961455"/>
            <a:ext cx="228600" cy="228600"/>
          </a:xfrm>
          <a:prstGeom prst="roundRect">
            <a:avLst>
              <a:gd name="adj" fmla="val 50000"/>
            </a:avLst>
          </a:prstGeom>
          <a:solidFill>
            <a:srgbClr val="E9A23B"/>
          </a:solidFill>
        </p:spPr>
        <p:txBody>
          <a:bodyPr/>
          <a:lstStyle/>
          <a:p>
            <a:endParaRPr/>
          </a:p>
        </p:txBody>
      </p:sp>
      <p:sp>
        <p:nvSpPr>
          <p:cNvPr id="8" name="Shape 6">
            <a:extLst>
              <a:ext uri="{FF2B5EF4-FFF2-40B4-BE49-F238E27FC236}">
                <a16:creationId xmlns:a16="http://schemas.microsoft.com/office/drawing/2014/main" id="{AE547EDF-132E-4DB2-8867-5A7AA6329035}"/>
              </a:ext>
            </a:extLst>
          </p:cNvPr>
          <p:cNvSpPr>
            <a:spLocks noGrp="1"/>
          </p:cNvSpPr>
          <p:nvPr/>
        </p:nvSpPr>
        <p:spPr>
          <a:xfrm>
            <a:off x="2032000" y="1961455"/>
            <a:ext cx="228600" cy="228600"/>
          </a:xfrm>
          <a:prstGeom prst="roundRect">
            <a:avLst>
              <a:gd name="adj" fmla="val 50000"/>
            </a:avLst>
          </a:prstGeom>
          <a:solidFill>
            <a:srgbClr val="CFCBBE"/>
          </a:solidFill>
        </p:spPr>
        <p:txBody>
          <a:bodyPr/>
          <a:lstStyle/>
          <a:p>
            <a:endParaRPr/>
          </a:p>
        </p:txBody>
      </p:sp>
      <p:sp>
        <p:nvSpPr>
          <p:cNvPr id="9" name="Shape 7">
            <a:extLst>
              <a:ext uri="{FF2B5EF4-FFF2-40B4-BE49-F238E27FC236}">
                <a16:creationId xmlns:a16="http://schemas.microsoft.com/office/drawing/2014/main" id="{AC40703B-6C57-4F03-9BB1-AFD237DAA08B}"/>
              </a:ext>
            </a:extLst>
          </p:cNvPr>
          <p:cNvSpPr>
            <a:spLocks noGrp="1"/>
          </p:cNvSpPr>
          <p:nvPr/>
        </p:nvSpPr>
        <p:spPr>
          <a:xfrm>
            <a:off x="2336800" y="1961455"/>
            <a:ext cx="228600" cy="228600"/>
          </a:xfrm>
          <a:prstGeom prst="roundRect">
            <a:avLst>
              <a:gd name="adj" fmla="val 50000"/>
            </a:avLst>
          </a:prstGeom>
          <a:solidFill>
            <a:srgbClr val="CFCBBE"/>
          </a:solidFill>
        </p:spPr>
        <p:txBody>
          <a:bodyPr/>
          <a:lstStyle/>
          <a:p>
            <a:endParaRPr/>
          </a:p>
        </p:txBody>
      </p:sp>
      <p:sp>
        <p:nvSpPr>
          <p:cNvPr id="10" name="Shape 8">
            <a:extLst>
              <a:ext uri="{FF2B5EF4-FFF2-40B4-BE49-F238E27FC236}">
                <a16:creationId xmlns:a16="http://schemas.microsoft.com/office/drawing/2014/main" id="{30C4C670-3EDE-477B-81A2-B66268BC1062}"/>
              </a:ext>
            </a:extLst>
          </p:cNvPr>
          <p:cNvSpPr>
            <a:spLocks noGrp="1"/>
          </p:cNvSpPr>
          <p:nvPr/>
        </p:nvSpPr>
        <p:spPr>
          <a:xfrm>
            <a:off x="2641600" y="1961455"/>
            <a:ext cx="228600" cy="228600"/>
          </a:xfrm>
          <a:prstGeom prst="roundRect">
            <a:avLst>
              <a:gd name="adj" fmla="val 50000"/>
            </a:avLst>
          </a:prstGeom>
          <a:solidFill>
            <a:srgbClr val="CFCBBE"/>
          </a:solidFill>
        </p:spPr>
        <p:txBody>
          <a:bodyPr/>
          <a:lstStyle/>
          <a:p>
            <a:endParaRPr/>
          </a:p>
        </p:txBody>
      </p:sp>
      <p:sp>
        <p:nvSpPr>
          <p:cNvPr id="11" name="Shape 9">
            <a:extLst>
              <a:ext uri="{FF2B5EF4-FFF2-40B4-BE49-F238E27FC236}">
                <a16:creationId xmlns:a16="http://schemas.microsoft.com/office/drawing/2014/main" id="{A2F785AB-38AB-43C4-9E36-C6DD2B074FEF}"/>
              </a:ext>
            </a:extLst>
          </p:cNvPr>
          <p:cNvSpPr>
            <a:spLocks noGrp="1"/>
          </p:cNvSpPr>
          <p:nvPr/>
        </p:nvSpPr>
        <p:spPr>
          <a:xfrm>
            <a:off x="2946400" y="1961455"/>
            <a:ext cx="228600" cy="228600"/>
          </a:xfrm>
          <a:prstGeom prst="roundRect">
            <a:avLst>
              <a:gd name="adj" fmla="val 50000"/>
            </a:avLst>
          </a:prstGeom>
          <a:solidFill>
            <a:srgbClr val="CFCBBE"/>
          </a:solidFill>
        </p:spPr>
        <p:txBody>
          <a:bodyPr/>
          <a:lstStyle/>
          <a:p>
            <a:endParaRPr/>
          </a:p>
        </p:txBody>
      </p:sp>
      <p:sp>
        <p:nvSpPr>
          <p:cNvPr id="12" name="Shape 10">
            <a:extLst>
              <a:ext uri="{FF2B5EF4-FFF2-40B4-BE49-F238E27FC236}">
                <a16:creationId xmlns:a16="http://schemas.microsoft.com/office/drawing/2014/main" id="{AE6F7847-0BA8-4A6B-B6A9-B0505C1E5E07}"/>
              </a:ext>
            </a:extLst>
          </p:cNvPr>
          <p:cNvSpPr>
            <a:spLocks noGrp="1"/>
          </p:cNvSpPr>
          <p:nvPr/>
        </p:nvSpPr>
        <p:spPr>
          <a:xfrm>
            <a:off x="3251200" y="1961455"/>
            <a:ext cx="228600" cy="228600"/>
          </a:xfrm>
          <a:prstGeom prst="roundRect">
            <a:avLst>
              <a:gd name="adj" fmla="val 50000"/>
            </a:avLst>
          </a:prstGeom>
          <a:solidFill>
            <a:srgbClr val="CFCBBE"/>
          </a:solidFill>
        </p:spPr>
        <p:txBody>
          <a:bodyPr/>
          <a:lstStyle/>
          <a:p>
            <a:endParaRPr/>
          </a:p>
        </p:txBody>
      </p:sp>
      <p:sp>
        <p:nvSpPr>
          <p:cNvPr id="13" name="Shape 11">
            <a:extLst>
              <a:ext uri="{FF2B5EF4-FFF2-40B4-BE49-F238E27FC236}">
                <a16:creationId xmlns:a16="http://schemas.microsoft.com/office/drawing/2014/main" id="{7AD94129-F335-48F5-91CD-3FCDCCDCAFD4}"/>
              </a:ext>
            </a:extLst>
          </p:cNvPr>
          <p:cNvSpPr>
            <a:spLocks noGrp="1"/>
          </p:cNvSpPr>
          <p:nvPr/>
        </p:nvSpPr>
        <p:spPr>
          <a:xfrm>
            <a:off x="3556000" y="1961455"/>
            <a:ext cx="228600" cy="228600"/>
          </a:xfrm>
          <a:prstGeom prst="roundRect">
            <a:avLst>
              <a:gd name="adj" fmla="val 50000"/>
            </a:avLst>
          </a:prstGeom>
          <a:solidFill>
            <a:srgbClr val="E9A23B"/>
          </a:solidFill>
        </p:spPr>
        <p:txBody>
          <a:bodyPr/>
          <a:lstStyle/>
          <a:p>
            <a:endParaRPr/>
          </a:p>
        </p:txBody>
      </p:sp>
      <p:sp>
        <p:nvSpPr>
          <p:cNvPr id="14" name="Shape 12">
            <a:extLst>
              <a:ext uri="{FF2B5EF4-FFF2-40B4-BE49-F238E27FC236}">
                <a16:creationId xmlns:a16="http://schemas.microsoft.com/office/drawing/2014/main" id="{A4C6EB81-03A3-4FAF-88C7-C7AC4F06C9A3}"/>
              </a:ext>
            </a:extLst>
          </p:cNvPr>
          <p:cNvSpPr>
            <a:spLocks noGrp="1"/>
          </p:cNvSpPr>
          <p:nvPr/>
        </p:nvSpPr>
        <p:spPr>
          <a:xfrm>
            <a:off x="812800" y="2266255"/>
            <a:ext cx="228600" cy="228600"/>
          </a:xfrm>
          <a:prstGeom prst="roundRect">
            <a:avLst>
              <a:gd name="adj" fmla="val 50000"/>
            </a:avLst>
          </a:prstGeom>
          <a:solidFill>
            <a:srgbClr val="CFCBBE"/>
          </a:solidFill>
        </p:spPr>
        <p:txBody>
          <a:bodyPr/>
          <a:lstStyle/>
          <a:p>
            <a:endParaRPr/>
          </a:p>
        </p:txBody>
      </p:sp>
      <p:sp>
        <p:nvSpPr>
          <p:cNvPr id="15" name="Shape 13">
            <a:extLst>
              <a:ext uri="{FF2B5EF4-FFF2-40B4-BE49-F238E27FC236}">
                <a16:creationId xmlns:a16="http://schemas.microsoft.com/office/drawing/2014/main" id="{31EC735F-3E20-4F0C-BD16-F637137433A3}"/>
              </a:ext>
            </a:extLst>
          </p:cNvPr>
          <p:cNvSpPr>
            <a:spLocks noGrp="1"/>
          </p:cNvSpPr>
          <p:nvPr/>
        </p:nvSpPr>
        <p:spPr>
          <a:xfrm>
            <a:off x="1117600" y="2266255"/>
            <a:ext cx="228600" cy="228600"/>
          </a:xfrm>
          <a:prstGeom prst="roundRect">
            <a:avLst>
              <a:gd name="adj" fmla="val 50000"/>
            </a:avLst>
          </a:prstGeom>
          <a:solidFill>
            <a:srgbClr val="CFCBBE"/>
          </a:solidFill>
        </p:spPr>
        <p:txBody>
          <a:bodyPr/>
          <a:lstStyle/>
          <a:p>
            <a:endParaRPr/>
          </a:p>
        </p:txBody>
      </p:sp>
      <p:sp>
        <p:nvSpPr>
          <p:cNvPr id="16" name="Shape 14">
            <a:extLst>
              <a:ext uri="{FF2B5EF4-FFF2-40B4-BE49-F238E27FC236}">
                <a16:creationId xmlns:a16="http://schemas.microsoft.com/office/drawing/2014/main" id="{5D50F9D6-67F2-4316-8E9F-4E911DAEF78B}"/>
              </a:ext>
            </a:extLst>
          </p:cNvPr>
          <p:cNvSpPr>
            <a:spLocks noGrp="1"/>
          </p:cNvSpPr>
          <p:nvPr/>
        </p:nvSpPr>
        <p:spPr>
          <a:xfrm>
            <a:off x="1422400" y="2266255"/>
            <a:ext cx="228600" cy="228600"/>
          </a:xfrm>
          <a:prstGeom prst="roundRect">
            <a:avLst>
              <a:gd name="adj" fmla="val 50000"/>
            </a:avLst>
          </a:prstGeom>
          <a:solidFill>
            <a:srgbClr val="CFCBBE"/>
          </a:solidFill>
        </p:spPr>
        <p:txBody>
          <a:bodyPr/>
          <a:lstStyle/>
          <a:p>
            <a:endParaRPr/>
          </a:p>
        </p:txBody>
      </p:sp>
      <p:sp>
        <p:nvSpPr>
          <p:cNvPr id="17" name="Shape 15">
            <a:extLst>
              <a:ext uri="{FF2B5EF4-FFF2-40B4-BE49-F238E27FC236}">
                <a16:creationId xmlns:a16="http://schemas.microsoft.com/office/drawing/2014/main" id="{04D4A625-D64E-40D0-B12B-936F318F3BF5}"/>
              </a:ext>
            </a:extLst>
          </p:cNvPr>
          <p:cNvSpPr>
            <a:spLocks noGrp="1"/>
          </p:cNvSpPr>
          <p:nvPr/>
        </p:nvSpPr>
        <p:spPr>
          <a:xfrm>
            <a:off x="1727200" y="2266255"/>
            <a:ext cx="228600" cy="228600"/>
          </a:xfrm>
          <a:prstGeom prst="roundRect">
            <a:avLst>
              <a:gd name="adj" fmla="val 50000"/>
            </a:avLst>
          </a:prstGeom>
          <a:solidFill>
            <a:srgbClr val="CFCBBE"/>
          </a:solidFill>
        </p:spPr>
        <p:txBody>
          <a:bodyPr/>
          <a:lstStyle/>
          <a:p>
            <a:endParaRPr/>
          </a:p>
        </p:txBody>
      </p:sp>
      <p:sp>
        <p:nvSpPr>
          <p:cNvPr id="18" name="Shape 16">
            <a:extLst>
              <a:ext uri="{FF2B5EF4-FFF2-40B4-BE49-F238E27FC236}">
                <a16:creationId xmlns:a16="http://schemas.microsoft.com/office/drawing/2014/main" id="{F25337A1-E6CA-4BF3-B8F2-10F6E0F2FE18}"/>
              </a:ext>
            </a:extLst>
          </p:cNvPr>
          <p:cNvSpPr>
            <a:spLocks noGrp="1"/>
          </p:cNvSpPr>
          <p:nvPr/>
        </p:nvSpPr>
        <p:spPr>
          <a:xfrm>
            <a:off x="2032000" y="2266255"/>
            <a:ext cx="228600" cy="228600"/>
          </a:xfrm>
          <a:prstGeom prst="roundRect">
            <a:avLst>
              <a:gd name="adj" fmla="val 50000"/>
            </a:avLst>
          </a:prstGeom>
          <a:solidFill>
            <a:srgbClr val="E9A23B"/>
          </a:solidFill>
        </p:spPr>
        <p:txBody>
          <a:bodyPr/>
          <a:lstStyle/>
          <a:p>
            <a:endParaRPr/>
          </a:p>
        </p:txBody>
      </p:sp>
      <p:sp>
        <p:nvSpPr>
          <p:cNvPr id="19" name="Shape 17">
            <a:extLst>
              <a:ext uri="{FF2B5EF4-FFF2-40B4-BE49-F238E27FC236}">
                <a16:creationId xmlns:a16="http://schemas.microsoft.com/office/drawing/2014/main" id="{663B2910-73F2-410D-93DC-13E11756E4AF}"/>
              </a:ext>
            </a:extLst>
          </p:cNvPr>
          <p:cNvSpPr>
            <a:spLocks noGrp="1"/>
          </p:cNvSpPr>
          <p:nvPr/>
        </p:nvSpPr>
        <p:spPr>
          <a:xfrm>
            <a:off x="2336800" y="2266255"/>
            <a:ext cx="228600" cy="228600"/>
          </a:xfrm>
          <a:prstGeom prst="roundRect">
            <a:avLst>
              <a:gd name="adj" fmla="val 50000"/>
            </a:avLst>
          </a:prstGeom>
          <a:solidFill>
            <a:srgbClr val="CFCBBE"/>
          </a:solidFill>
        </p:spPr>
        <p:txBody>
          <a:bodyPr/>
          <a:lstStyle/>
          <a:p>
            <a:endParaRPr/>
          </a:p>
        </p:txBody>
      </p:sp>
      <p:sp>
        <p:nvSpPr>
          <p:cNvPr id="20" name="Shape 18">
            <a:extLst>
              <a:ext uri="{FF2B5EF4-FFF2-40B4-BE49-F238E27FC236}">
                <a16:creationId xmlns:a16="http://schemas.microsoft.com/office/drawing/2014/main" id="{DA147E04-4054-403B-AFE6-625BA7AD586B}"/>
              </a:ext>
            </a:extLst>
          </p:cNvPr>
          <p:cNvSpPr>
            <a:spLocks noGrp="1"/>
          </p:cNvSpPr>
          <p:nvPr/>
        </p:nvSpPr>
        <p:spPr>
          <a:xfrm>
            <a:off x="2641600" y="2266255"/>
            <a:ext cx="228600" cy="228600"/>
          </a:xfrm>
          <a:prstGeom prst="roundRect">
            <a:avLst>
              <a:gd name="adj" fmla="val 50000"/>
            </a:avLst>
          </a:prstGeom>
          <a:solidFill>
            <a:srgbClr val="CFCBBE"/>
          </a:solidFill>
        </p:spPr>
        <p:txBody>
          <a:bodyPr/>
          <a:lstStyle/>
          <a:p>
            <a:endParaRPr/>
          </a:p>
        </p:txBody>
      </p:sp>
      <p:sp>
        <p:nvSpPr>
          <p:cNvPr id="21" name="Shape 19">
            <a:extLst>
              <a:ext uri="{FF2B5EF4-FFF2-40B4-BE49-F238E27FC236}">
                <a16:creationId xmlns:a16="http://schemas.microsoft.com/office/drawing/2014/main" id="{FE7ED59E-D34C-4131-B76A-7149396D5B88}"/>
              </a:ext>
            </a:extLst>
          </p:cNvPr>
          <p:cNvSpPr>
            <a:spLocks noGrp="1"/>
          </p:cNvSpPr>
          <p:nvPr/>
        </p:nvSpPr>
        <p:spPr>
          <a:xfrm>
            <a:off x="2946400" y="2266255"/>
            <a:ext cx="228600" cy="228600"/>
          </a:xfrm>
          <a:prstGeom prst="roundRect">
            <a:avLst>
              <a:gd name="adj" fmla="val 50000"/>
            </a:avLst>
          </a:prstGeom>
          <a:solidFill>
            <a:srgbClr val="CFCBBE"/>
          </a:solidFill>
        </p:spPr>
        <p:txBody>
          <a:bodyPr/>
          <a:lstStyle/>
          <a:p>
            <a:endParaRPr/>
          </a:p>
        </p:txBody>
      </p:sp>
      <p:sp>
        <p:nvSpPr>
          <p:cNvPr id="22" name="Shape 20">
            <a:extLst>
              <a:ext uri="{FF2B5EF4-FFF2-40B4-BE49-F238E27FC236}">
                <a16:creationId xmlns:a16="http://schemas.microsoft.com/office/drawing/2014/main" id="{50B6966F-E677-4F59-BC45-E972B528250E}"/>
              </a:ext>
            </a:extLst>
          </p:cNvPr>
          <p:cNvSpPr>
            <a:spLocks noGrp="1"/>
          </p:cNvSpPr>
          <p:nvPr/>
        </p:nvSpPr>
        <p:spPr>
          <a:xfrm>
            <a:off x="3251200" y="2266255"/>
            <a:ext cx="228600" cy="228600"/>
          </a:xfrm>
          <a:prstGeom prst="roundRect">
            <a:avLst>
              <a:gd name="adj" fmla="val 50000"/>
            </a:avLst>
          </a:prstGeom>
          <a:solidFill>
            <a:srgbClr val="CFCBBE"/>
          </a:solidFill>
        </p:spPr>
        <p:txBody>
          <a:bodyPr/>
          <a:lstStyle/>
          <a:p>
            <a:endParaRPr/>
          </a:p>
        </p:txBody>
      </p:sp>
      <p:sp>
        <p:nvSpPr>
          <p:cNvPr id="23" name="Shape 21">
            <a:extLst>
              <a:ext uri="{FF2B5EF4-FFF2-40B4-BE49-F238E27FC236}">
                <a16:creationId xmlns:a16="http://schemas.microsoft.com/office/drawing/2014/main" id="{9DFDA181-92D6-4A1B-A101-2CA9EE3C8A7C}"/>
              </a:ext>
            </a:extLst>
          </p:cNvPr>
          <p:cNvSpPr>
            <a:spLocks noGrp="1"/>
          </p:cNvSpPr>
          <p:nvPr/>
        </p:nvSpPr>
        <p:spPr>
          <a:xfrm>
            <a:off x="3556000" y="2266255"/>
            <a:ext cx="228600" cy="228600"/>
          </a:xfrm>
          <a:prstGeom prst="roundRect">
            <a:avLst>
              <a:gd name="adj" fmla="val 50000"/>
            </a:avLst>
          </a:prstGeom>
          <a:solidFill>
            <a:srgbClr val="CFCBBE"/>
          </a:solidFill>
        </p:spPr>
        <p:txBody>
          <a:bodyPr/>
          <a:lstStyle/>
          <a:p>
            <a:endParaRPr/>
          </a:p>
        </p:txBody>
      </p:sp>
      <p:sp>
        <p:nvSpPr>
          <p:cNvPr id="24" name="Shape 22">
            <a:extLst>
              <a:ext uri="{FF2B5EF4-FFF2-40B4-BE49-F238E27FC236}">
                <a16:creationId xmlns:a16="http://schemas.microsoft.com/office/drawing/2014/main" id="{1D867187-D58D-4D5F-9373-76648255CA2E}"/>
              </a:ext>
            </a:extLst>
          </p:cNvPr>
          <p:cNvSpPr>
            <a:spLocks noGrp="1"/>
          </p:cNvSpPr>
          <p:nvPr/>
        </p:nvSpPr>
        <p:spPr>
          <a:xfrm>
            <a:off x="812800" y="2571055"/>
            <a:ext cx="228600" cy="228600"/>
          </a:xfrm>
          <a:prstGeom prst="roundRect">
            <a:avLst>
              <a:gd name="adj" fmla="val 50000"/>
            </a:avLst>
          </a:prstGeom>
          <a:solidFill>
            <a:srgbClr val="CFCBBE"/>
          </a:solidFill>
        </p:spPr>
        <p:txBody>
          <a:bodyPr/>
          <a:lstStyle/>
          <a:p>
            <a:endParaRPr/>
          </a:p>
        </p:txBody>
      </p:sp>
      <p:sp>
        <p:nvSpPr>
          <p:cNvPr id="25" name="Shape 23">
            <a:extLst>
              <a:ext uri="{FF2B5EF4-FFF2-40B4-BE49-F238E27FC236}">
                <a16:creationId xmlns:a16="http://schemas.microsoft.com/office/drawing/2014/main" id="{06818663-7BD2-4EBA-AC2B-0B1830753174}"/>
              </a:ext>
            </a:extLst>
          </p:cNvPr>
          <p:cNvSpPr>
            <a:spLocks noGrp="1"/>
          </p:cNvSpPr>
          <p:nvPr/>
        </p:nvSpPr>
        <p:spPr>
          <a:xfrm>
            <a:off x="1117600" y="2571055"/>
            <a:ext cx="228600" cy="228600"/>
          </a:xfrm>
          <a:prstGeom prst="roundRect">
            <a:avLst>
              <a:gd name="adj" fmla="val 50000"/>
            </a:avLst>
          </a:prstGeom>
          <a:solidFill>
            <a:srgbClr val="E9A23B"/>
          </a:solidFill>
        </p:spPr>
        <p:txBody>
          <a:bodyPr/>
          <a:lstStyle/>
          <a:p>
            <a:endParaRPr/>
          </a:p>
        </p:txBody>
      </p:sp>
      <p:sp>
        <p:nvSpPr>
          <p:cNvPr id="26" name="Shape 24">
            <a:extLst>
              <a:ext uri="{FF2B5EF4-FFF2-40B4-BE49-F238E27FC236}">
                <a16:creationId xmlns:a16="http://schemas.microsoft.com/office/drawing/2014/main" id="{9D6C1119-C126-49FC-9EC8-13D37733E5AB}"/>
              </a:ext>
            </a:extLst>
          </p:cNvPr>
          <p:cNvSpPr>
            <a:spLocks noGrp="1"/>
          </p:cNvSpPr>
          <p:nvPr/>
        </p:nvSpPr>
        <p:spPr>
          <a:xfrm>
            <a:off x="1422400" y="2571055"/>
            <a:ext cx="228600" cy="228600"/>
          </a:xfrm>
          <a:prstGeom prst="roundRect">
            <a:avLst>
              <a:gd name="adj" fmla="val 50000"/>
            </a:avLst>
          </a:prstGeom>
          <a:solidFill>
            <a:srgbClr val="CFCBBE"/>
          </a:solidFill>
        </p:spPr>
        <p:txBody>
          <a:bodyPr/>
          <a:lstStyle/>
          <a:p>
            <a:endParaRPr/>
          </a:p>
        </p:txBody>
      </p:sp>
      <p:sp>
        <p:nvSpPr>
          <p:cNvPr id="27" name="Shape 25">
            <a:extLst>
              <a:ext uri="{FF2B5EF4-FFF2-40B4-BE49-F238E27FC236}">
                <a16:creationId xmlns:a16="http://schemas.microsoft.com/office/drawing/2014/main" id="{D9F22684-A71C-4E10-B278-8EDFD6919A78}"/>
              </a:ext>
            </a:extLst>
          </p:cNvPr>
          <p:cNvSpPr>
            <a:spLocks noGrp="1"/>
          </p:cNvSpPr>
          <p:nvPr/>
        </p:nvSpPr>
        <p:spPr>
          <a:xfrm>
            <a:off x="1727200" y="2571055"/>
            <a:ext cx="228600" cy="228600"/>
          </a:xfrm>
          <a:prstGeom prst="roundRect">
            <a:avLst>
              <a:gd name="adj" fmla="val 50000"/>
            </a:avLst>
          </a:prstGeom>
          <a:solidFill>
            <a:srgbClr val="CFCBBE"/>
          </a:solidFill>
        </p:spPr>
        <p:txBody>
          <a:bodyPr/>
          <a:lstStyle/>
          <a:p>
            <a:endParaRPr/>
          </a:p>
        </p:txBody>
      </p:sp>
      <p:sp>
        <p:nvSpPr>
          <p:cNvPr id="28" name="Shape 26">
            <a:extLst>
              <a:ext uri="{FF2B5EF4-FFF2-40B4-BE49-F238E27FC236}">
                <a16:creationId xmlns:a16="http://schemas.microsoft.com/office/drawing/2014/main" id="{2056C2CF-999B-4F0F-B25C-F9CC2E466F95}"/>
              </a:ext>
            </a:extLst>
          </p:cNvPr>
          <p:cNvSpPr>
            <a:spLocks noGrp="1"/>
          </p:cNvSpPr>
          <p:nvPr/>
        </p:nvSpPr>
        <p:spPr>
          <a:xfrm>
            <a:off x="2032000" y="2571055"/>
            <a:ext cx="228600" cy="228600"/>
          </a:xfrm>
          <a:prstGeom prst="roundRect">
            <a:avLst>
              <a:gd name="adj" fmla="val 50000"/>
            </a:avLst>
          </a:prstGeom>
          <a:solidFill>
            <a:srgbClr val="CFCBBE"/>
          </a:solidFill>
        </p:spPr>
        <p:txBody>
          <a:bodyPr/>
          <a:lstStyle/>
          <a:p>
            <a:endParaRPr/>
          </a:p>
        </p:txBody>
      </p:sp>
      <p:sp>
        <p:nvSpPr>
          <p:cNvPr id="29" name="Shape 27">
            <a:extLst>
              <a:ext uri="{FF2B5EF4-FFF2-40B4-BE49-F238E27FC236}">
                <a16:creationId xmlns:a16="http://schemas.microsoft.com/office/drawing/2014/main" id="{F7FBCFC5-463E-4A2B-93CA-5391194A5627}"/>
              </a:ext>
            </a:extLst>
          </p:cNvPr>
          <p:cNvSpPr>
            <a:spLocks noGrp="1"/>
          </p:cNvSpPr>
          <p:nvPr/>
        </p:nvSpPr>
        <p:spPr>
          <a:xfrm>
            <a:off x="2336800" y="2571055"/>
            <a:ext cx="228600" cy="228600"/>
          </a:xfrm>
          <a:prstGeom prst="roundRect">
            <a:avLst>
              <a:gd name="adj" fmla="val 50000"/>
            </a:avLst>
          </a:prstGeom>
          <a:solidFill>
            <a:srgbClr val="CFCBBE"/>
          </a:solidFill>
        </p:spPr>
        <p:txBody>
          <a:bodyPr/>
          <a:lstStyle/>
          <a:p>
            <a:endParaRPr/>
          </a:p>
        </p:txBody>
      </p:sp>
      <p:sp>
        <p:nvSpPr>
          <p:cNvPr id="30" name="Shape 28">
            <a:extLst>
              <a:ext uri="{FF2B5EF4-FFF2-40B4-BE49-F238E27FC236}">
                <a16:creationId xmlns:a16="http://schemas.microsoft.com/office/drawing/2014/main" id="{8A77D720-EC29-482F-9A4B-50F0A4424450}"/>
              </a:ext>
            </a:extLst>
          </p:cNvPr>
          <p:cNvSpPr>
            <a:spLocks noGrp="1"/>
          </p:cNvSpPr>
          <p:nvPr/>
        </p:nvSpPr>
        <p:spPr>
          <a:xfrm>
            <a:off x="2641600" y="2571055"/>
            <a:ext cx="228600" cy="228600"/>
          </a:xfrm>
          <a:prstGeom prst="roundRect">
            <a:avLst>
              <a:gd name="adj" fmla="val 50000"/>
            </a:avLst>
          </a:prstGeom>
          <a:solidFill>
            <a:srgbClr val="CFCBBE"/>
          </a:solidFill>
        </p:spPr>
        <p:txBody>
          <a:bodyPr/>
          <a:lstStyle/>
          <a:p>
            <a:endParaRPr/>
          </a:p>
        </p:txBody>
      </p:sp>
      <p:sp>
        <p:nvSpPr>
          <p:cNvPr id="31" name="Shape 29">
            <a:extLst>
              <a:ext uri="{FF2B5EF4-FFF2-40B4-BE49-F238E27FC236}">
                <a16:creationId xmlns:a16="http://schemas.microsoft.com/office/drawing/2014/main" id="{8AF05463-8D48-45D9-964B-3C29DC7775D7}"/>
              </a:ext>
            </a:extLst>
          </p:cNvPr>
          <p:cNvSpPr>
            <a:spLocks noGrp="1"/>
          </p:cNvSpPr>
          <p:nvPr/>
        </p:nvSpPr>
        <p:spPr>
          <a:xfrm>
            <a:off x="2946400" y="2571055"/>
            <a:ext cx="228600" cy="228600"/>
          </a:xfrm>
          <a:prstGeom prst="roundRect">
            <a:avLst>
              <a:gd name="adj" fmla="val 50000"/>
            </a:avLst>
          </a:prstGeom>
          <a:solidFill>
            <a:srgbClr val="E9A23B"/>
          </a:solidFill>
        </p:spPr>
        <p:txBody>
          <a:bodyPr/>
          <a:lstStyle/>
          <a:p>
            <a:endParaRPr/>
          </a:p>
        </p:txBody>
      </p:sp>
      <p:sp>
        <p:nvSpPr>
          <p:cNvPr id="32" name="Shape 30">
            <a:extLst>
              <a:ext uri="{FF2B5EF4-FFF2-40B4-BE49-F238E27FC236}">
                <a16:creationId xmlns:a16="http://schemas.microsoft.com/office/drawing/2014/main" id="{CFA9B757-9D7E-4824-B552-800BAB0203E7}"/>
              </a:ext>
            </a:extLst>
          </p:cNvPr>
          <p:cNvSpPr>
            <a:spLocks noGrp="1"/>
          </p:cNvSpPr>
          <p:nvPr/>
        </p:nvSpPr>
        <p:spPr>
          <a:xfrm>
            <a:off x="3251200" y="2571055"/>
            <a:ext cx="228600" cy="228600"/>
          </a:xfrm>
          <a:prstGeom prst="roundRect">
            <a:avLst>
              <a:gd name="adj" fmla="val 50000"/>
            </a:avLst>
          </a:prstGeom>
          <a:solidFill>
            <a:srgbClr val="CFCBBE"/>
          </a:solidFill>
        </p:spPr>
        <p:txBody>
          <a:bodyPr/>
          <a:lstStyle/>
          <a:p>
            <a:endParaRPr/>
          </a:p>
        </p:txBody>
      </p:sp>
      <p:sp>
        <p:nvSpPr>
          <p:cNvPr id="33" name="Shape 31">
            <a:extLst>
              <a:ext uri="{FF2B5EF4-FFF2-40B4-BE49-F238E27FC236}">
                <a16:creationId xmlns:a16="http://schemas.microsoft.com/office/drawing/2014/main" id="{9A231068-91EB-48BA-9FCE-BF56A6467A55}"/>
              </a:ext>
            </a:extLst>
          </p:cNvPr>
          <p:cNvSpPr>
            <a:spLocks noGrp="1"/>
          </p:cNvSpPr>
          <p:nvPr/>
        </p:nvSpPr>
        <p:spPr>
          <a:xfrm>
            <a:off x="3556000" y="2571055"/>
            <a:ext cx="228600" cy="228600"/>
          </a:xfrm>
          <a:prstGeom prst="roundRect">
            <a:avLst>
              <a:gd name="adj" fmla="val 50000"/>
            </a:avLst>
          </a:prstGeom>
          <a:solidFill>
            <a:srgbClr val="CFCBBE"/>
          </a:solidFill>
        </p:spPr>
        <p:txBody>
          <a:bodyPr/>
          <a:lstStyle/>
          <a:p>
            <a:endParaRPr/>
          </a:p>
        </p:txBody>
      </p:sp>
      <p:sp>
        <p:nvSpPr>
          <p:cNvPr id="34" name="Shape 32">
            <a:extLst>
              <a:ext uri="{FF2B5EF4-FFF2-40B4-BE49-F238E27FC236}">
                <a16:creationId xmlns:a16="http://schemas.microsoft.com/office/drawing/2014/main" id="{E9D875E6-9052-4F5B-B2BA-9644B9A6A96E}"/>
              </a:ext>
            </a:extLst>
          </p:cNvPr>
          <p:cNvSpPr>
            <a:spLocks noGrp="1"/>
          </p:cNvSpPr>
          <p:nvPr/>
        </p:nvSpPr>
        <p:spPr>
          <a:xfrm>
            <a:off x="812800" y="2875855"/>
            <a:ext cx="228600" cy="228600"/>
          </a:xfrm>
          <a:prstGeom prst="roundRect">
            <a:avLst>
              <a:gd name="adj" fmla="val 50000"/>
            </a:avLst>
          </a:prstGeom>
          <a:solidFill>
            <a:srgbClr val="CFCBBE"/>
          </a:solidFill>
        </p:spPr>
        <p:txBody>
          <a:bodyPr/>
          <a:lstStyle/>
          <a:p>
            <a:endParaRPr/>
          </a:p>
        </p:txBody>
      </p:sp>
      <p:sp>
        <p:nvSpPr>
          <p:cNvPr id="35" name="Shape 33">
            <a:extLst>
              <a:ext uri="{FF2B5EF4-FFF2-40B4-BE49-F238E27FC236}">
                <a16:creationId xmlns:a16="http://schemas.microsoft.com/office/drawing/2014/main" id="{F46900CB-2DE2-4B1F-AF0D-86BDCA0D4C37}"/>
              </a:ext>
            </a:extLst>
          </p:cNvPr>
          <p:cNvSpPr>
            <a:spLocks noGrp="1"/>
          </p:cNvSpPr>
          <p:nvPr/>
        </p:nvSpPr>
        <p:spPr>
          <a:xfrm>
            <a:off x="1117600" y="2875855"/>
            <a:ext cx="228600" cy="228600"/>
          </a:xfrm>
          <a:prstGeom prst="roundRect">
            <a:avLst>
              <a:gd name="adj" fmla="val 50000"/>
            </a:avLst>
          </a:prstGeom>
          <a:solidFill>
            <a:srgbClr val="CFCBBE"/>
          </a:solidFill>
        </p:spPr>
        <p:txBody>
          <a:bodyPr/>
          <a:lstStyle/>
          <a:p>
            <a:endParaRPr/>
          </a:p>
        </p:txBody>
      </p:sp>
      <p:sp>
        <p:nvSpPr>
          <p:cNvPr id="36" name="Shape 34">
            <a:extLst>
              <a:ext uri="{FF2B5EF4-FFF2-40B4-BE49-F238E27FC236}">
                <a16:creationId xmlns:a16="http://schemas.microsoft.com/office/drawing/2014/main" id="{CB75B39E-68BE-43E9-8D78-F89830AE41EA}"/>
              </a:ext>
            </a:extLst>
          </p:cNvPr>
          <p:cNvSpPr>
            <a:spLocks noGrp="1"/>
          </p:cNvSpPr>
          <p:nvPr/>
        </p:nvSpPr>
        <p:spPr>
          <a:xfrm>
            <a:off x="1422400" y="2875855"/>
            <a:ext cx="228600" cy="228600"/>
          </a:xfrm>
          <a:prstGeom prst="roundRect">
            <a:avLst>
              <a:gd name="adj" fmla="val 50000"/>
            </a:avLst>
          </a:prstGeom>
          <a:solidFill>
            <a:srgbClr val="E9A23B"/>
          </a:solidFill>
        </p:spPr>
        <p:txBody>
          <a:bodyPr/>
          <a:lstStyle/>
          <a:p>
            <a:endParaRPr/>
          </a:p>
        </p:txBody>
      </p:sp>
      <p:sp>
        <p:nvSpPr>
          <p:cNvPr id="37" name="Shape 35">
            <a:extLst>
              <a:ext uri="{FF2B5EF4-FFF2-40B4-BE49-F238E27FC236}">
                <a16:creationId xmlns:a16="http://schemas.microsoft.com/office/drawing/2014/main" id="{07519C6C-9FE0-4E87-83F5-A9F7A7D8ED7F}"/>
              </a:ext>
            </a:extLst>
          </p:cNvPr>
          <p:cNvSpPr>
            <a:spLocks noGrp="1"/>
          </p:cNvSpPr>
          <p:nvPr/>
        </p:nvSpPr>
        <p:spPr>
          <a:xfrm>
            <a:off x="1727200" y="2875855"/>
            <a:ext cx="228600" cy="228600"/>
          </a:xfrm>
          <a:prstGeom prst="roundRect">
            <a:avLst>
              <a:gd name="adj" fmla="val 50000"/>
            </a:avLst>
          </a:prstGeom>
          <a:solidFill>
            <a:srgbClr val="CFCBBE"/>
          </a:solidFill>
        </p:spPr>
        <p:txBody>
          <a:bodyPr/>
          <a:lstStyle/>
          <a:p>
            <a:endParaRPr/>
          </a:p>
        </p:txBody>
      </p:sp>
      <p:sp>
        <p:nvSpPr>
          <p:cNvPr id="38" name="Shape 36">
            <a:extLst>
              <a:ext uri="{FF2B5EF4-FFF2-40B4-BE49-F238E27FC236}">
                <a16:creationId xmlns:a16="http://schemas.microsoft.com/office/drawing/2014/main" id="{1B050474-3BB6-4B2F-99B7-D022D461283B}"/>
              </a:ext>
            </a:extLst>
          </p:cNvPr>
          <p:cNvSpPr>
            <a:spLocks noGrp="1"/>
          </p:cNvSpPr>
          <p:nvPr/>
        </p:nvSpPr>
        <p:spPr>
          <a:xfrm>
            <a:off x="2032000" y="2875855"/>
            <a:ext cx="228600" cy="228600"/>
          </a:xfrm>
          <a:prstGeom prst="roundRect">
            <a:avLst>
              <a:gd name="adj" fmla="val 50000"/>
            </a:avLst>
          </a:prstGeom>
          <a:solidFill>
            <a:srgbClr val="CFCBBE"/>
          </a:solidFill>
        </p:spPr>
        <p:txBody>
          <a:bodyPr/>
          <a:lstStyle/>
          <a:p>
            <a:endParaRPr/>
          </a:p>
        </p:txBody>
      </p:sp>
      <p:sp>
        <p:nvSpPr>
          <p:cNvPr id="39" name="Shape 37">
            <a:extLst>
              <a:ext uri="{FF2B5EF4-FFF2-40B4-BE49-F238E27FC236}">
                <a16:creationId xmlns:a16="http://schemas.microsoft.com/office/drawing/2014/main" id="{11D9E5C3-0C5B-4A00-A6A1-BDEC84831AF5}"/>
              </a:ext>
            </a:extLst>
          </p:cNvPr>
          <p:cNvSpPr>
            <a:spLocks noGrp="1"/>
          </p:cNvSpPr>
          <p:nvPr/>
        </p:nvSpPr>
        <p:spPr>
          <a:xfrm>
            <a:off x="2336800" y="2875855"/>
            <a:ext cx="228600" cy="228600"/>
          </a:xfrm>
          <a:prstGeom prst="roundRect">
            <a:avLst>
              <a:gd name="adj" fmla="val 50000"/>
            </a:avLst>
          </a:prstGeom>
          <a:solidFill>
            <a:srgbClr val="CFCBBE"/>
          </a:solidFill>
        </p:spPr>
        <p:txBody>
          <a:bodyPr/>
          <a:lstStyle/>
          <a:p>
            <a:endParaRPr/>
          </a:p>
        </p:txBody>
      </p:sp>
      <p:sp>
        <p:nvSpPr>
          <p:cNvPr id="40" name="Shape 38">
            <a:extLst>
              <a:ext uri="{FF2B5EF4-FFF2-40B4-BE49-F238E27FC236}">
                <a16:creationId xmlns:a16="http://schemas.microsoft.com/office/drawing/2014/main" id="{7AAA3898-6DBE-4EB0-949F-B53AA32C590C}"/>
              </a:ext>
            </a:extLst>
          </p:cNvPr>
          <p:cNvSpPr>
            <a:spLocks noGrp="1"/>
          </p:cNvSpPr>
          <p:nvPr/>
        </p:nvSpPr>
        <p:spPr>
          <a:xfrm>
            <a:off x="2641600" y="2875855"/>
            <a:ext cx="228600" cy="228600"/>
          </a:xfrm>
          <a:prstGeom prst="roundRect">
            <a:avLst>
              <a:gd name="adj" fmla="val 50000"/>
            </a:avLst>
          </a:prstGeom>
          <a:solidFill>
            <a:srgbClr val="CFCBBE"/>
          </a:solidFill>
        </p:spPr>
        <p:txBody>
          <a:bodyPr/>
          <a:lstStyle/>
          <a:p>
            <a:endParaRPr/>
          </a:p>
        </p:txBody>
      </p:sp>
      <p:sp>
        <p:nvSpPr>
          <p:cNvPr id="41" name="Shape 39">
            <a:extLst>
              <a:ext uri="{FF2B5EF4-FFF2-40B4-BE49-F238E27FC236}">
                <a16:creationId xmlns:a16="http://schemas.microsoft.com/office/drawing/2014/main" id="{4ABB8F9C-0883-41A6-915A-FD63332EF356}"/>
              </a:ext>
            </a:extLst>
          </p:cNvPr>
          <p:cNvSpPr>
            <a:spLocks noGrp="1"/>
          </p:cNvSpPr>
          <p:nvPr/>
        </p:nvSpPr>
        <p:spPr>
          <a:xfrm>
            <a:off x="2946400" y="2875855"/>
            <a:ext cx="228600" cy="228600"/>
          </a:xfrm>
          <a:prstGeom prst="roundRect">
            <a:avLst>
              <a:gd name="adj" fmla="val 50000"/>
            </a:avLst>
          </a:prstGeom>
          <a:solidFill>
            <a:srgbClr val="CFCBBE"/>
          </a:solidFill>
        </p:spPr>
        <p:txBody>
          <a:bodyPr/>
          <a:lstStyle/>
          <a:p>
            <a:endParaRPr/>
          </a:p>
        </p:txBody>
      </p:sp>
      <p:sp>
        <p:nvSpPr>
          <p:cNvPr id="42" name="Shape 40">
            <a:extLst>
              <a:ext uri="{FF2B5EF4-FFF2-40B4-BE49-F238E27FC236}">
                <a16:creationId xmlns:a16="http://schemas.microsoft.com/office/drawing/2014/main" id="{7755B991-C0EA-4B55-8128-9C1053A175D5}"/>
              </a:ext>
            </a:extLst>
          </p:cNvPr>
          <p:cNvSpPr>
            <a:spLocks noGrp="1"/>
          </p:cNvSpPr>
          <p:nvPr/>
        </p:nvSpPr>
        <p:spPr>
          <a:xfrm>
            <a:off x="3251200" y="2875855"/>
            <a:ext cx="228600" cy="228600"/>
          </a:xfrm>
          <a:prstGeom prst="roundRect">
            <a:avLst>
              <a:gd name="adj" fmla="val 50000"/>
            </a:avLst>
          </a:prstGeom>
          <a:solidFill>
            <a:srgbClr val="CFCBBE"/>
          </a:solidFill>
        </p:spPr>
        <p:txBody>
          <a:bodyPr/>
          <a:lstStyle/>
          <a:p>
            <a:endParaRPr/>
          </a:p>
        </p:txBody>
      </p:sp>
      <p:sp>
        <p:nvSpPr>
          <p:cNvPr id="43" name="Shape 41">
            <a:extLst>
              <a:ext uri="{FF2B5EF4-FFF2-40B4-BE49-F238E27FC236}">
                <a16:creationId xmlns:a16="http://schemas.microsoft.com/office/drawing/2014/main" id="{4A6AFD51-6BBA-48C8-8C1F-8ED6139B13C5}"/>
              </a:ext>
            </a:extLst>
          </p:cNvPr>
          <p:cNvSpPr>
            <a:spLocks noGrp="1"/>
          </p:cNvSpPr>
          <p:nvPr/>
        </p:nvSpPr>
        <p:spPr>
          <a:xfrm>
            <a:off x="3556000" y="2875855"/>
            <a:ext cx="228600" cy="228600"/>
          </a:xfrm>
          <a:prstGeom prst="roundRect">
            <a:avLst>
              <a:gd name="adj" fmla="val 50000"/>
            </a:avLst>
          </a:prstGeom>
          <a:solidFill>
            <a:srgbClr val="E9A23B"/>
          </a:solidFill>
        </p:spPr>
        <p:txBody>
          <a:bodyPr/>
          <a:lstStyle/>
          <a:p>
            <a:endParaRPr/>
          </a:p>
        </p:txBody>
      </p:sp>
      <p:sp>
        <p:nvSpPr>
          <p:cNvPr id="44" name="Shape 42">
            <a:extLst>
              <a:ext uri="{FF2B5EF4-FFF2-40B4-BE49-F238E27FC236}">
                <a16:creationId xmlns:a16="http://schemas.microsoft.com/office/drawing/2014/main" id="{8F9960DC-929D-4D97-BBBE-8C4FCEB03601}"/>
              </a:ext>
            </a:extLst>
          </p:cNvPr>
          <p:cNvSpPr>
            <a:spLocks noGrp="1"/>
          </p:cNvSpPr>
          <p:nvPr/>
        </p:nvSpPr>
        <p:spPr>
          <a:xfrm>
            <a:off x="812800" y="3180655"/>
            <a:ext cx="228600" cy="228600"/>
          </a:xfrm>
          <a:prstGeom prst="roundRect">
            <a:avLst>
              <a:gd name="adj" fmla="val 50000"/>
            </a:avLst>
          </a:prstGeom>
          <a:solidFill>
            <a:srgbClr val="CFCBBE"/>
          </a:solidFill>
        </p:spPr>
        <p:txBody>
          <a:bodyPr/>
          <a:lstStyle/>
          <a:p>
            <a:endParaRPr/>
          </a:p>
        </p:txBody>
      </p:sp>
      <p:sp>
        <p:nvSpPr>
          <p:cNvPr id="45" name="Shape 43">
            <a:extLst>
              <a:ext uri="{FF2B5EF4-FFF2-40B4-BE49-F238E27FC236}">
                <a16:creationId xmlns:a16="http://schemas.microsoft.com/office/drawing/2014/main" id="{45DE40A3-F096-4DAE-9D52-B91949E7FDFB}"/>
              </a:ext>
            </a:extLst>
          </p:cNvPr>
          <p:cNvSpPr>
            <a:spLocks noGrp="1"/>
          </p:cNvSpPr>
          <p:nvPr/>
        </p:nvSpPr>
        <p:spPr>
          <a:xfrm>
            <a:off x="1117600" y="3180655"/>
            <a:ext cx="228600" cy="228600"/>
          </a:xfrm>
          <a:prstGeom prst="roundRect">
            <a:avLst>
              <a:gd name="adj" fmla="val 50000"/>
            </a:avLst>
          </a:prstGeom>
          <a:solidFill>
            <a:srgbClr val="CFCBBE"/>
          </a:solidFill>
        </p:spPr>
        <p:txBody>
          <a:bodyPr/>
          <a:lstStyle/>
          <a:p>
            <a:endParaRPr/>
          </a:p>
        </p:txBody>
      </p:sp>
      <p:sp>
        <p:nvSpPr>
          <p:cNvPr id="46" name="Shape 44">
            <a:extLst>
              <a:ext uri="{FF2B5EF4-FFF2-40B4-BE49-F238E27FC236}">
                <a16:creationId xmlns:a16="http://schemas.microsoft.com/office/drawing/2014/main" id="{4DFE786F-0BCA-4BBC-85E1-96D54E7A923D}"/>
              </a:ext>
            </a:extLst>
          </p:cNvPr>
          <p:cNvSpPr>
            <a:spLocks noGrp="1"/>
          </p:cNvSpPr>
          <p:nvPr/>
        </p:nvSpPr>
        <p:spPr>
          <a:xfrm>
            <a:off x="1422400" y="3180655"/>
            <a:ext cx="228600" cy="228600"/>
          </a:xfrm>
          <a:prstGeom prst="roundRect">
            <a:avLst>
              <a:gd name="adj" fmla="val 50000"/>
            </a:avLst>
          </a:prstGeom>
          <a:solidFill>
            <a:srgbClr val="CFCBBE"/>
          </a:solidFill>
        </p:spPr>
        <p:txBody>
          <a:bodyPr/>
          <a:lstStyle/>
          <a:p>
            <a:endParaRPr/>
          </a:p>
        </p:txBody>
      </p:sp>
      <p:sp>
        <p:nvSpPr>
          <p:cNvPr id="47" name="Shape 45">
            <a:extLst>
              <a:ext uri="{FF2B5EF4-FFF2-40B4-BE49-F238E27FC236}">
                <a16:creationId xmlns:a16="http://schemas.microsoft.com/office/drawing/2014/main" id="{EA42BA89-F672-4BB4-A8E4-2F632DBC9A80}"/>
              </a:ext>
            </a:extLst>
          </p:cNvPr>
          <p:cNvSpPr>
            <a:spLocks noGrp="1"/>
          </p:cNvSpPr>
          <p:nvPr/>
        </p:nvSpPr>
        <p:spPr>
          <a:xfrm>
            <a:off x="1727200" y="3180655"/>
            <a:ext cx="228600" cy="228600"/>
          </a:xfrm>
          <a:prstGeom prst="roundRect">
            <a:avLst>
              <a:gd name="adj" fmla="val 50000"/>
            </a:avLst>
          </a:prstGeom>
          <a:solidFill>
            <a:srgbClr val="CFCBBE"/>
          </a:solidFill>
        </p:spPr>
        <p:txBody>
          <a:bodyPr/>
          <a:lstStyle/>
          <a:p>
            <a:endParaRPr/>
          </a:p>
        </p:txBody>
      </p:sp>
      <p:sp>
        <p:nvSpPr>
          <p:cNvPr id="48" name="Shape 46">
            <a:extLst>
              <a:ext uri="{FF2B5EF4-FFF2-40B4-BE49-F238E27FC236}">
                <a16:creationId xmlns:a16="http://schemas.microsoft.com/office/drawing/2014/main" id="{633E1706-3FC1-4BE0-9E93-F423204AD931}"/>
              </a:ext>
            </a:extLst>
          </p:cNvPr>
          <p:cNvSpPr>
            <a:spLocks noGrp="1"/>
          </p:cNvSpPr>
          <p:nvPr/>
        </p:nvSpPr>
        <p:spPr>
          <a:xfrm>
            <a:off x="2032000" y="3180655"/>
            <a:ext cx="228600" cy="228600"/>
          </a:xfrm>
          <a:prstGeom prst="roundRect">
            <a:avLst>
              <a:gd name="adj" fmla="val 50000"/>
            </a:avLst>
          </a:prstGeom>
          <a:solidFill>
            <a:srgbClr val="CFCBBE"/>
          </a:solidFill>
        </p:spPr>
        <p:txBody>
          <a:bodyPr/>
          <a:lstStyle/>
          <a:p>
            <a:endParaRPr/>
          </a:p>
        </p:txBody>
      </p:sp>
      <p:sp>
        <p:nvSpPr>
          <p:cNvPr id="49" name="Shape 47">
            <a:extLst>
              <a:ext uri="{FF2B5EF4-FFF2-40B4-BE49-F238E27FC236}">
                <a16:creationId xmlns:a16="http://schemas.microsoft.com/office/drawing/2014/main" id="{7E61BA33-26E4-4CB7-91DF-A199F8E29EF7}"/>
              </a:ext>
            </a:extLst>
          </p:cNvPr>
          <p:cNvSpPr>
            <a:spLocks noGrp="1"/>
          </p:cNvSpPr>
          <p:nvPr/>
        </p:nvSpPr>
        <p:spPr>
          <a:xfrm>
            <a:off x="2336800" y="3180655"/>
            <a:ext cx="228600" cy="228600"/>
          </a:xfrm>
          <a:prstGeom prst="roundRect">
            <a:avLst>
              <a:gd name="adj" fmla="val 50000"/>
            </a:avLst>
          </a:prstGeom>
          <a:solidFill>
            <a:srgbClr val="E9A23B"/>
          </a:solidFill>
        </p:spPr>
        <p:txBody>
          <a:bodyPr/>
          <a:lstStyle/>
          <a:p>
            <a:endParaRPr/>
          </a:p>
        </p:txBody>
      </p:sp>
      <p:sp>
        <p:nvSpPr>
          <p:cNvPr id="50" name="Shape 48">
            <a:extLst>
              <a:ext uri="{FF2B5EF4-FFF2-40B4-BE49-F238E27FC236}">
                <a16:creationId xmlns:a16="http://schemas.microsoft.com/office/drawing/2014/main" id="{4C0A123C-1CFB-4B36-9B68-FAC6E5F9867A}"/>
              </a:ext>
            </a:extLst>
          </p:cNvPr>
          <p:cNvSpPr>
            <a:spLocks noGrp="1"/>
          </p:cNvSpPr>
          <p:nvPr/>
        </p:nvSpPr>
        <p:spPr>
          <a:xfrm>
            <a:off x="2641600" y="3180655"/>
            <a:ext cx="228600" cy="228600"/>
          </a:xfrm>
          <a:prstGeom prst="roundRect">
            <a:avLst>
              <a:gd name="adj" fmla="val 50000"/>
            </a:avLst>
          </a:prstGeom>
          <a:solidFill>
            <a:srgbClr val="CFCBBE"/>
          </a:solidFill>
        </p:spPr>
        <p:txBody>
          <a:bodyPr/>
          <a:lstStyle/>
          <a:p>
            <a:endParaRPr/>
          </a:p>
        </p:txBody>
      </p:sp>
      <p:sp>
        <p:nvSpPr>
          <p:cNvPr id="51" name="Shape 49">
            <a:extLst>
              <a:ext uri="{FF2B5EF4-FFF2-40B4-BE49-F238E27FC236}">
                <a16:creationId xmlns:a16="http://schemas.microsoft.com/office/drawing/2014/main" id="{30DD5529-5A17-4730-985D-51A83B2B7FD5}"/>
              </a:ext>
            </a:extLst>
          </p:cNvPr>
          <p:cNvSpPr>
            <a:spLocks noGrp="1"/>
          </p:cNvSpPr>
          <p:nvPr/>
        </p:nvSpPr>
        <p:spPr>
          <a:xfrm>
            <a:off x="2946400" y="3180655"/>
            <a:ext cx="228600" cy="228600"/>
          </a:xfrm>
          <a:prstGeom prst="roundRect">
            <a:avLst>
              <a:gd name="adj" fmla="val 50000"/>
            </a:avLst>
          </a:prstGeom>
          <a:solidFill>
            <a:srgbClr val="CFCBBE"/>
          </a:solidFill>
        </p:spPr>
        <p:txBody>
          <a:bodyPr/>
          <a:lstStyle/>
          <a:p>
            <a:endParaRPr/>
          </a:p>
        </p:txBody>
      </p:sp>
      <p:sp>
        <p:nvSpPr>
          <p:cNvPr id="52" name="Shape 50">
            <a:extLst>
              <a:ext uri="{FF2B5EF4-FFF2-40B4-BE49-F238E27FC236}">
                <a16:creationId xmlns:a16="http://schemas.microsoft.com/office/drawing/2014/main" id="{0EF0ECD5-662A-4FAC-8BAE-557A77931474}"/>
              </a:ext>
            </a:extLst>
          </p:cNvPr>
          <p:cNvSpPr>
            <a:spLocks noGrp="1"/>
          </p:cNvSpPr>
          <p:nvPr/>
        </p:nvSpPr>
        <p:spPr>
          <a:xfrm>
            <a:off x="3251200" y="3180655"/>
            <a:ext cx="228600" cy="228600"/>
          </a:xfrm>
          <a:prstGeom prst="roundRect">
            <a:avLst>
              <a:gd name="adj" fmla="val 50000"/>
            </a:avLst>
          </a:prstGeom>
          <a:solidFill>
            <a:srgbClr val="CFCBBE"/>
          </a:solidFill>
        </p:spPr>
        <p:txBody>
          <a:bodyPr/>
          <a:lstStyle/>
          <a:p>
            <a:endParaRPr/>
          </a:p>
        </p:txBody>
      </p:sp>
      <p:sp>
        <p:nvSpPr>
          <p:cNvPr id="53" name="Shape 51">
            <a:extLst>
              <a:ext uri="{FF2B5EF4-FFF2-40B4-BE49-F238E27FC236}">
                <a16:creationId xmlns:a16="http://schemas.microsoft.com/office/drawing/2014/main" id="{A6E50191-3AEF-4C01-81FF-72E40B9FD260}"/>
              </a:ext>
            </a:extLst>
          </p:cNvPr>
          <p:cNvSpPr>
            <a:spLocks noGrp="1"/>
          </p:cNvSpPr>
          <p:nvPr/>
        </p:nvSpPr>
        <p:spPr>
          <a:xfrm>
            <a:off x="3556000" y="3180655"/>
            <a:ext cx="228600" cy="228600"/>
          </a:xfrm>
          <a:prstGeom prst="roundRect">
            <a:avLst>
              <a:gd name="adj" fmla="val 50000"/>
            </a:avLst>
          </a:prstGeom>
          <a:solidFill>
            <a:srgbClr val="CFCBBE"/>
          </a:solidFill>
        </p:spPr>
        <p:txBody>
          <a:bodyPr/>
          <a:lstStyle/>
          <a:p>
            <a:endParaRPr/>
          </a:p>
        </p:txBody>
      </p:sp>
      <p:sp>
        <p:nvSpPr>
          <p:cNvPr id="54" name="Shape 52">
            <a:extLst>
              <a:ext uri="{FF2B5EF4-FFF2-40B4-BE49-F238E27FC236}">
                <a16:creationId xmlns:a16="http://schemas.microsoft.com/office/drawing/2014/main" id="{D4AF9874-F179-4B11-A179-D47915305FCC}"/>
              </a:ext>
            </a:extLst>
          </p:cNvPr>
          <p:cNvSpPr>
            <a:spLocks noGrp="1"/>
          </p:cNvSpPr>
          <p:nvPr/>
        </p:nvSpPr>
        <p:spPr>
          <a:xfrm>
            <a:off x="812800" y="3485455"/>
            <a:ext cx="228600" cy="228600"/>
          </a:xfrm>
          <a:prstGeom prst="roundRect">
            <a:avLst>
              <a:gd name="adj" fmla="val 50000"/>
            </a:avLst>
          </a:prstGeom>
          <a:solidFill>
            <a:srgbClr val="CFCBBE"/>
          </a:solidFill>
        </p:spPr>
        <p:txBody>
          <a:bodyPr/>
          <a:lstStyle/>
          <a:p>
            <a:endParaRPr/>
          </a:p>
        </p:txBody>
      </p:sp>
      <p:sp>
        <p:nvSpPr>
          <p:cNvPr id="55" name="Shape 53">
            <a:extLst>
              <a:ext uri="{FF2B5EF4-FFF2-40B4-BE49-F238E27FC236}">
                <a16:creationId xmlns:a16="http://schemas.microsoft.com/office/drawing/2014/main" id="{58592BC0-F244-49E0-9FFC-FD15DC956092}"/>
              </a:ext>
            </a:extLst>
          </p:cNvPr>
          <p:cNvSpPr>
            <a:spLocks noGrp="1"/>
          </p:cNvSpPr>
          <p:nvPr/>
        </p:nvSpPr>
        <p:spPr>
          <a:xfrm>
            <a:off x="1117600" y="3485455"/>
            <a:ext cx="228600" cy="228600"/>
          </a:xfrm>
          <a:prstGeom prst="roundRect">
            <a:avLst>
              <a:gd name="adj" fmla="val 50000"/>
            </a:avLst>
          </a:prstGeom>
          <a:solidFill>
            <a:srgbClr val="CFCBBE"/>
          </a:solidFill>
        </p:spPr>
        <p:txBody>
          <a:bodyPr/>
          <a:lstStyle/>
          <a:p>
            <a:endParaRPr/>
          </a:p>
        </p:txBody>
      </p:sp>
      <p:sp>
        <p:nvSpPr>
          <p:cNvPr id="56" name="Shape 54">
            <a:extLst>
              <a:ext uri="{FF2B5EF4-FFF2-40B4-BE49-F238E27FC236}">
                <a16:creationId xmlns:a16="http://schemas.microsoft.com/office/drawing/2014/main" id="{1A4761C6-83F5-4C91-8314-30772C6CC5F8}"/>
              </a:ext>
            </a:extLst>
          </p:cNvPr>
          <p:cNvSpPr>
            <a:spLocks noGrp="1"/>
          </p:cNvSpPr>
          <p:nvPr/>
        </p:nvSpPr>
        <p:spPr>
          <a:xfrm>
            <a:off x="1422400" y="3485455"/>
            <a:ext cx="228600" cy="228600"/>
          </a:xfrm>
          <a:prstGeom prst="roundRect">
            <a:avLst>
              <a:gd name="adj" fmla="val 50000"/>
            </a:avLst>
          </a:prstGeom>
          <a:solidFill>
            <a:srgbClr val="CFCBBE"/>
          </a:solidFill>
        </p:spPr>
        <p:txBody>
          <a:bodyPr/>
          <a:lstStyle/>
          <a:p>
            <a:endParaRPr/>
          </a:p>
        </p:txBody>
      </p:sp>
      <p:sp>
        <p:nvSpPr>
          <p:cNvPr id="57" name="Shape 55">
            <a:extLst>
              <a:ext uri="{FF2B5EF4-FFF2-40B4-BE49-F238E27FC236}">
                <a16:creationId xmlns:a16="http://schemas.microsoft.com/office/drawing/2014/main" id="{2C2DC6BD-8F1A-4237-962A-CBE303A27DF0}"/>
              </a:ext>
            </a:extLst>
          </p:cNvPr>
          <p:cNvSpPr>
            <a:spLocks noGrp="1"/>
          </p:cNvSpPr>
          <p:nvPr/>
        </p:nvSpPr>
        <p:spPr>
          <a:xfrm>
            <a:off x="1727200" y="3485455"/>
            <a:ext cx="228600" cy="228600"/>
          </a:xfrm>
          <a:prstGeom prst="roundRect">
            <a:avLst>
              <a:gd name="adj" fmla="val 50000"/>
            </a:avLst>
          </a:prstGeom>
          <a:solidFill>
            <a:srgbClr val="CFCBBE"/>
          </a:solidFill>
        </p:spPr>
        <p:txBody>
          <a:bodyPr/>
          <a:lstStyle/>
          <a:p>
            <a:endParaRPr/>
          </a:p>
        </p:txBody>
      </p:sp>
      <p:sp>
        <p:nvSpPr>
          <p:cNvPr id="58" name="Shape 56">
            <a:extLst>
              <a:ext uri="{FF2B5EF4-FFF2-40B4-BE49-F238E27FC236}">
                <a16:creationId xmlns:a16="http://schemas.microsoft.com/office/drawing/2014/main" id="{04143F46-8A49-4635-B688-310958F0C7DF}"/>
              </a:ext>
            </a:extLst>
          </p:cNvPr>
          <p:cNvSpPr>
            <a:spLocks noGrp="1"/>
          </p:cNvSpPr>
          <p:nvPr/>
        </p:nvSpPr>
        <p:spPr>
          <a:xfrm>
            <a:off x="2032000" y="3485455"/>
            <a:ext cx="228600" cy="228600"/>
          </a:xfrm>
          <a:prstGeom prst="roundRect">
            <a:avLst>
              <a:gd name="adj" fmla="val 50000"/>
            </a:avLst>
          </a:prstGeom>
          <a:solidFill>
            <a:srgbClr val="E9A23B"/>
          </a:solidFill>
        </p:spPr>
        <p:txBody>
          <a:bodyPr/>
          <a:lstStyle/>
          <a:p>
            <a:endParaRPr/>
          </a:p>
        </p:txBody>
      </p:sp>
      <p:sp>
        <p:nvSpPr>
          <p:cNvPr id="59" name="Shape 57">
            <a:extLst>
              <a:ext uri="{FF2B5EF4-FFF2-40B4-BE49-F238E27FC236}">
                <a16:creationId xmlns:a16="http://schemas.microsoft.com/office/drawing/2014/main" id="{68FAC91D-6C63-44DF-8C46-852637178EB2}"/>
              </a:ext>
            </a:extLst>
          </p:cNvPr>
          <p:cNvSpPr>
            <a:spLocks noGrp="1"/>
          </p:cNvSpPr>
          <p:nvPr/>
        </p:nvSpPr>
        <p:spPr>
          <a:xfrm>
            <a:off x="2336800" y="3485455"/>
            <a:ext cx="228600" cy="228600"/>
          </a:xfrm>
          <a:prstGeom prst="roundRect">
            <a:avLst>
              <a:gd name="adj" fmla="val 50000"/>
            </a:avLst>
          </a:prstGeom>
          <a:solidFill>
            <a:srgbClr val="CFCBBE"/>
          </a:solidFill>
        </p:spPr>
        <p:txBody>
          <a:bodyPr/>
          <a:lstStyle/>
          <a:p>
            <a:endParaRPr/>
          </a:p>
        </p:txBody>
      </p:sp>
      <p:sp>
        <p:nvSpPr>
          <p:cNvPr id="60" name="Shape 58">
            <a:extLst>
              <a:ext uri="{FF2B5EF4-FFF2-40B4-BE49-F238E27FC236}">
                <a16:creationId xmlns:a16="http://schemas.microsoft.com/office/drawing/2014/main" id="{8F2CAE9B-3B7E-42A7-81C1-68B0F40611E1}"/>
              </a:ext>
            </a:extLst>
          </p:cNvPr>
          <p:cNvSpPr>
            <a:spLocks noGrp="1"/>
          </p:cNvSpPr>
          <p:nvPr/>
        </p:nvSpPr>
        <p:spPr>
          <a:xfrm>
            <a:off x="2641600" y="3485455"/>
            <a:ext cx="228600" cy="228600"/>
          </a:xfrm>
          <a:prstGeom prst="roundRect">
            <a:avLst>
              <a:gd name="adj" fmla="val 50000"/>
            </a:avLst>
          </a:prstGeom>
          <a:solidFill>
            <a:srgbClr val="CFCBBE"/>
          </a:solidFill>
        </p:spPr>
        <p:txBody>
          <a:bodyPr/>
          <a:lstStyle/>
          <a:p>
            <a:endParaRPr/>
          </a:p>
        </p:txBody>
      </p:sp>
      <p:sp>
        <p:nvSpPr>
          <p:cNvPr id="61" name="Shape 59">
            <a:extLst>
              <a:ext uri="{FF2B5EF4-FFF2-40B4-BE49-F238E27FC236}">
                <a16:creationId xmlns:a16="http://schemas.microsoft.com/office/drawing/2014/main" id="{67B51027-3010-411E-9CB6-05A757661A0E}"/>
              </a:ext>
            </a:extLst>
          </p:cNvPr>
          <p:cNvSpPr>
            <a:spLocks noGrp="1"/>
          </p:cNvSpPr>
          <p:nvPr/>
        </p:nvSpPr>
        <p:spPr>
          <a:xfrm>
            <a:off x="2946400" y="3485455"/>
            <a:ext cx="228600" cy="228600"/>
          </a:xfrm>
          <a:prstGeom prst="roundRect">
            <a:avLst>
              <a:gd name="adj" fmla="val 50000"/>
            </a:avLst>
          </a:prstGeom>
          <a:solidFill>
            <a:srgbClr val="E9A23B"/>
          </a:solidFill>
        </p:spPr>
        <p:txBody>
          <a:bodyPr/>
          <a:lstStyle/>
          <a:p>
            <a:endParaRPr/>
          </a:p>
        </p:txBody>
      </p:sp>
      <p:sp>
        <p:nvSpPr>
          <p:cNvPr id="62" name="Shape 60">
            <a:extLst>
              <a:ext uri="{FF2B5EF4-FFF2-40B4-BE49-F238E27FC236}">
                <a16:creationId xmlns:a16="http://schemas.microsoft.com/office/drawing/2014/main" id="{EE516A50-87A2-4810-8CA2-8C99F3A8D643}"/>
              </a:ext>
            </a:extLst>
          </p:cNvPr>
          <p:cNvSpPr>
            <a:spLocks noGrp="1"/>
          </p:cNvSpPr>
          <p:nvPr/>
        </p:nvSpPr>
        <p:spPr>
          <a:xfrm>
            <a:off x="3251200" y="3485455"/>
            <a:ext cx="228600" cy="228600"/>
          </a:xfrm>
          <a:prstGeom prst="roundRect">
            <a:avLst>
              <a:gd name="adj" fmla="val 50000"/>
            </a:avLst>
          </a:prstGeom>
          <a:solidFill>
            <a:srgbClr val="CFCBBE"/>
          </a:solidFill>
        </p:spPr>
        <p:txBody>
          <a:bodyPr/>
          <a:lstStyle/>
          <a:p>
            <a:endParaRPr/>
          </a:p>
        </p:txBody>
      </p:sp>
      <p:sp>
        <p:nvSpPr>
          <p:cNvPr id="63" name="Shape 61">
            <a:extLst>
              <a:ext uri="{FF2B5EF4-FFF2-40B4-BE49-F238E27FC236}">
                <a16:creationId xmlns:a16="http://schemas.microsoft.com/office/drawing/2014/main" id="{05148B0F-FDD1-4D4D-B324-4187847E373F}"/>
              </a:ext>
            </a:extLst>
          </p:cNvPr>
          <p:cNvSpPr>
            <a:spLocks noGrp="1"/>
          </p:cNvSpPr>
          <p:nvPr/>
        </p:nvSpPr>
        <p:spPr>
          <a:xfrm>
            <a:off x="3556000" y="3485455"/>
            <a:ext cx="228600" cy="228600"/>
          </a:xfrm>
          <a:prstGeom prst="roundRect">
            <a:avLst>
              <a:gd name="adj" fmla="val 50000"/>
            </a:avLst>
          </a:prstGeom>
          <a:solidFill>
            <a:srgbClr val="CFCBBE"/>
          </a:solidFill>
        </p:spPr>
        <p:txBody>
          <a:bodyPr/>
          <a:lstStyle/>
          <a:p>
            <a:endParaRPr/>
          </a:p>
        </p:txBody>
      </p:sp>
      <p:sp>
        <p:nvSpPr>
          <p:cNvPr id="64" name="Shape 62">
            <a:extLst>
              <a:ext uri="{FF2B5EF4-FFF2-40B4-BE49-F238E27FC236}">
                <a16:creationId xmlns:a16="http://schemas.microsoft.com/office/drawing/2014/main" id="{BED27843-9771-4A2E-A0B5-6B458319C885}"/>
              </a:ext>
            </a:extLst>
          </p:cNvPr>
          <p:cNvSpPr>
            <a:spLocks noGrp="1"/>
          </p:cNvSpPr>
          <p:nvPr/>
        </p:nvSpPr>
        <p:spPr>
          <a:xfrm>
            <a:off x="812800" y="3790255"/>
            <a:ext cx="228600" cy="228600"/>
          </a:xfrm>
          <a:prstGeom prst="roundRect">
            <a:avLst>
              <a:gd name="adj" fmla="val 50000"/>
            </a:avLst>
          </a:prstGeom>
          <a:solidFill>
            <a:srgbClr val="CFCBBE"/>
          </a:solidFill>
        </p:spPr>
        <p:txBody>
          <a:bodyPr/>
          <a:lstStyle/>
          <a:p>
            <a:endParaRPr/>
          </a:p>
        </p:txBody>
      </p:sp>
      <p:sp>
        <p:nvSpPr>
          <p:cNvPr id="65" name="Shape 63">
            <a:extLst>
              <a:ext uri="{FF2B5EF4-FFF2-40B4-BE49-F238E27FC236}">
                <a16:creationId xmlns:a16="http://schemas.microsoft.com/office/drawing/2014/main" id="{CE939D6A-55AE-4A59-B587-013D7E4A0398}"/>
              </a:ext>
            </a:extLst>
          </p:cNvPr>
          <p:cNvSpPr>
            <a:spLocks noGrp="1"/>
          </p:cNvSpPr>
          <p:nvPr/>
        </p:nvSpPr>
        <p:spPr>
          <a:xfrm>
            <a:off x="1117600" y="3790255"/>
            <a:ext cx="228600" cy="228600"/>
          </a:xfrm>
          <a:prstGeom prst="roundRect">
            <a:avLst>
              <a:gd name="adj" fmla="val 50000"/>
            </a:avLst>
          </a:prstGeom>
          <a:solidFill>
            <a:srgbClr val="CFCBBE"/>
          </a:solidFill>
        </p:spPr>
        <p:txBody>
          <a:bodyPr/>
          <a:lstStyle/>
          <a:p>
            <a:endParaRPr/>
          </a:p>
        </p:txBody>
      </p:sp>
      <p:sp>
        <p:nvSpPr>
          <p:cNvPr id="66" name="Shape 64">
            <a:extLst>
              <a:ext uri="{FF2B5EF4-FFF2-40B4-BE49-F238E27FC236}">
                <a16:creationId xmlns:a16="http://schemas.microsoft.com/office/drawing/2014/main" id="{0D64F5DE-038B-45F4-9459-FC46CDADE5AD}"/>
              </a:ext>
            </a:extLst>
          </p:cNvPr>
          <p:cNvSpPr>
            <a:spLocks noGrp="1"/>
          </p:cNvSpPr>
          <p:nvPr/>
        </p:nvSpPr>
        <p:spPr>
          <a:xfrm>
            <a:off x="1422400" y="3790255"/>
            <a:ext cx="228600" cy="228600"/>
          </a:xfrm>
          <a:prstGeom prst="roundRect">
            <a:avLst>
              <a:gd name="adj" fmla="val 50000"/>
            </a:avLst>
          </a:prstGeom>
          <a:solidFill>
            <a:srgbClr val="CFCBBE"/>
          </a:solidFill>
        </p:spPr>
        <p:txBody>
          <a:bodyPr/>
          <a:lstStyle/>
          <a:p>
            <a:endParaRPr/>
          </a:p>
        </p:txBody>
      </p:sp>
      <p:sp>
        <p:nvSpPr>
          <p:cNvPr id="67" name="Shape 65">
            <a:extLst>
              <a:ext uri="{FF2B5EF4-FFF2-40B4-BE49-F238E27FC236}">
                <a16:creationId xmlns:a16="http://schemas.microsoft.com/office/drawing/2014/main" id="{B57D4E1A-F63F-4695-A329-4ED23272F7EB}"/>
              </a:ext>
            </a:extLst>
          </p:cNvPr>
          <p:cNvSpPr>
            <a:spLocks noGrp="1"/>
          </p:cNvSpPr>
          <p:nvPr/>
        </p:nvSpPr>
        <p:spPr>
          <a:xfrm>
            <a:off x="1727200" y="3790255"/>
            <a:ext cx="228600" cy="228600"/>
          </a:xfrm>
          <a:prstGeom prst="roundRect">
            <a:avLst>
              <a:gd name="adj" fmla="val 50000"/>
            </a:avLst>
          </a:prstGeom>
          <a:solidFill>
            <a:srgbClr val="CFCBBE"/>
          </a:solidFill>
        </p:spPr>
        <p:txBody>
          <a:bodyPr/>
          <a:lstStyle/>
          <a:p>
            <a:endParaRPr/>
          </a:p>
        </p:txBody>
      </p:sp>
      <p:sp>
        <p:nvSpPr>
          <p:cNvPr id="68" name="Shape 66">
            <a:extLst>
              <a:ext uri="{FF2B5EF4-FFF2-40B4-BE49-F238E27FC236}">
                <a16:creationId xmlns:a16="http://schemas.microsoft.com/office/drawing/2014/main" id="{685AF3FA-75FA-4E43-97AC-A897DC44EAE2}"/>
              </a:ext>
            </a:extLst>
          </p:cNvPr>
          <p:cNvSpPr>
            <a:spLocks noGrp="1"/>
          </p:cNvSpPr>
          <p:nvPr/>
        </p:nvSpPr>
        <p:spPr>
          <a:xfrm>
            <a:off x="2032000" y="3790255"/>
            <a:ext cx="228600" cy="228600"/>
          </a:xfrm>
          <a:prstGeom prst="roundRect">
            <a:avLst>
              <a:gd name="adj" fmla="val 50000"/>
            </a:avLst>
          </a:prstGeom>
          <a:solidFill>
            <a:srgbClr val="CFCBBE"/>
          </a:solidFill>
        </p:spPr>
        <p:txBody>
          <a:bodyPr/>
          <a:lstStyle/>
          <a:p>
            <a:endParaRPr/>
          </a:p>
        </p:txBody>
      </p:sp>
      <p:sp>
        <p:nvSpPr>
          <p:cNvPr id="69" name="Shape 67">
            <a:extLst>
              <a:ext uri="{FF2B5EF4-FFF2-40B4-BE49-F238E27FC236}">
                <a16:creationId xmlns:a16="http://schemas.microsoft.com/office/drawing/2014/main" id="{2A7284FD-6133-4B05-B1E1-790F2457127D}"/>
              </a:ext>
            </a:extLst>
          </p:cNvPr>
          <p:cNvSpPr>
            <a:spLocks noGrp="1"/>
          </p:cNvSpPr>
          <p:nvPr/>
        </p:nvSpPr>
        <p:spPr>
          <a:xfrm>
            <a:off x="2336800" y="3790255"/>
            <a:ext cx="228600" cy="228600"/>
          </a:xfrm>
          <a:prstGeom prst="roundRect">
            <a:avLst>
              <a:gd name="adj" fmla="val 50000"/>
            </a:avLst>
          </a:prstGeom>
          <a:solidFill>
            <a:srgbClr val="E9A23B"/>
          </a:solidFill>
        </p:spPr>
        <p:txBody>
          <a:bodyPr/>
          <a:lstStyle/>
          <a:p>
            <a:endParaRPr/>
          </a:p>
        </p:txBody>
      </p:sp>
      <p:sp>
        <p:nvSpPr>
          <p:cNvPr id="70" name="Shape 68">
            <a:extLst>
              <a:ext uri="{FF2B5EF4-FFF2-40B4-BE49-F238E27FC236}">
                <a16:creationId xmlns:a16="http://schemas.microsoft.com/office/drawing/2014/main" id="{A5CA7014-244A-484C-B045-A118093015FA}"/>
              </a:ext>
            </a:extLst>
          </p:cNvPr>
          <p:cNvSpPr>
            <a:spLocks noGrp="1"/>
          </p:cNvSpPr>
          <p:nvPr/>
        </p:nvSpPr>
        <p:spPr>
          <a:xfrm>
            <a:off x="2641600" y="3790255"/>
            <a:ext cx="228600" cy="228600"/>
          </a:xfrm>
          <a:prstGeom prst="roundRect">
            <a:avLst>
              <a:gd name="adj" fmla="val 50000"/>
            </a:avLst>
          </a:prstGeom>
          <a:solidFill>
            <a:srgbClr val="CFCBBE"/>
          </a:solidFill>
        </p:spPr>
        <p:txBody>
          <a:bodyPr/>
          <a:lstStyle/>
          <a:p>
            <a:endParaRPr/>
          </a:p>
        </p:txBody>
      </p:sp>
      <p:sp>
        <p:nvSpPr>
          <p:cNvPr id="71" name="Shape 69">
            <a:extLst>
              <a:ext uri="{FF2B5EF4-FFF2-40B4-BE49-F238E27FC236}">
                <a16:creationId xmlns:a16="http://schemas.microsoft.com/office/drawing/2014/main" id="{7D79138B-2A72-48BD-8E08-3CB0DD825851}"/>
              </a:ext>
            </a:extLst>
          </p:cNvPr>
          <p:cNvSpPr>
            <a:spLocks noGrp="1"/>
          </p:cNvSpPr>
          <p:nvPr/>
        </p:nvSpPr>
        <p:spPr>
          <a:xfrm>
            <a:off x="2946400" y="3790255"/>
            <a:ext cx="228600" cy="228600"/>
          </a:xfrm>
          <a:prstGeom prst="roundRect">
            <a:avLst>
              <a:gd name="adj" fmla="val 50000"/>
            </a:avLst>
          </a:prstGeom>
          <a:solidFill>
            <a:srgbClr val="CFCBBE"/>
          </a:solidFill>
        </p:spPr>
        <p:txBody>
          <a:bodyPr/>
          <a:lstStyle/>
          <a:p>
            <a:endParaRPr/>
          </a:p>
        </p:txBody>
      </p:sp>
      <p:sp>
        <p:nvSpPr>
          <p:cNvPr id="72" name="Shape 70">
            <a:extLst>
              <a:ext uri="{FF2B5EF4-FFF2-40B4-BE49-F238E27FC236}">
                <a16:creationId xmlns:a16="http://schemas.microsoft.com/office/drawing/2014/main" id="{1ABC17C5-38A7-4239-BBEC-84CF609CA446}"/>
              </a:ext>
            </a:extLst>
          </p:cNvPr>
          <p:cNvSpPr>
            <a:spLocks noGrp="1"/>
          </p:cNvSpPr>
          <p:nvPr/>
        </p:nvSpPr>
        <p:spPr>
          <a:xfrm>
            <a:off x="3251200" y="3790255"/>
            <a:ext cx="228600" cy="228600"/>
          </a:xfrm>
          <a:prstGeom prst="roundRect">
            <a:avLst>
              <a:gd name="adj" fmla="val 50000"/>
            </a:avLst>
          </a:prstGeom>
          <a:solidFill>
            <a:srgbClr val="E9A23B"/>
          </a:solidFill>
        </p:spPr>
        <p:txBody>
          <a:bodyPr/>
          <a:lstStyle/>
          <a:p>
            <a:endParaRPr/>
          </a:p>
        </p:txBody>
      </p:sp>
      <p:sp>
        <p:nvSpPr>
          <p:cNvPr id="73" name="Shape 71">
            <a:extLst>
              <a:ext uri="{FF2B5EF4-FFF2-40B4-BE49-F238E27FC236}">
                <a16:creationId xmlns:a16="http://schemas.microsoft.com/office/drawing/2014/main" id="{E09C19D1-1B66-4B18-BFE8-B4BDB4E6E552}"/>
              </a:ext>
            </a:extLst>
          </p:cNvPr>
          <p:cNvSpPr>
            <a:spLocks noGrp="1"/>
          </p:cNvSpPr>
          <p:nvPr/>
        </p:nvSpPr>
        <p:spPr>
          <a:xfrm>
            <a:off x="3556000" y="3790255"/>
            <a:ext cx="228600" cy="228600"/>
          </a:xfrm>
          <a:prstGeom prst="roundRect">
            <a:avLst>
              <a:gd name="adj" fmla="val 50000"/>
            </a:avLst>
          </a:prstGeom>
          <a:solidFill>
            <a:srgbClr val="CFCBBE"/>
          </a:solidFill>
        </p:spPr>
        <p:txBody>
          <a:bodyPr/>
          <a:lstStyle/>
          <a:p>
            <a:endParaRPr/>
          </a:p>
        </p:txBody>
      </p:sp>
      <p:sp>
        <p:nvSpPr>
          <p:cNvPr id="74" name="Shape 72">
            <a:extLst>
              <a:ext uri="{FF2B5EF4-FFF2-40B4-BE49-F238E27FC236}">
                <a16:creationId xmlns:a16="http://schemas.microsoft.com/office/drawing/2014/main" id="{64D03DDD-3B85-43E8-9EB6-ECA98AF40BA4}"/>
              </a:ext>
            </a:extLst>
          </p:cNvPr>
          <p:cNvSpPr>
            <a:spLocks noGrp="1"/>
          </p:cNvSpPr>
          <p:nvPr/>
        </p:nvSpPr>
        <p:spPr>
          <a:xfrm>
            <a:off x="812800" y="4095055"/>
            <a:ext cx="228600" cy="228600"/>
          </a:xfrm>
          <a:prstGeom prst="roundRect">
            <a:avLst>
              <a:gd name="adj" fmla="val 50000"/>
            </a:avLst>
          </a:prstGeom>
          <a:solidFill>
            <a:srgbClr val="CFCBBE"/>
          </a:solidFill>
        </p:spPr>
        <p:txBody>
          <a:bodyPr/>
          <a:lstStyle/>
          <a:p>
            <a:endParaRPr/>
          </a:p>
        </p:txBody>
      </p:sp>
      <p:sp>
        <p:nvSpPr>
          <p:cNvPr id="75" name="Shape 73">
            <a:extLst>
              <a:ext uri="{FF2B5EF4-FFF2-40B4-BE49-F238E27FC236}">
                <a16:creationId xmlns:a16="http://schemas.microsoft.com/office/drawing/2014/main" id="{E88015CA-544B-4F30-9D21-A82E47ECDA97}"/>
              </a:ext>
            </a:extLst>
          </p:cNvPr>
          <p:cNvSpPr>
            <a:spLocks noGrp="1"/>
          </p:cNvSpPr>
          <p:nvPr/>
        </p:nvSpPr>
        <p:spPr>
          <a:xfrm>
            <a:off x="1117600" y="4095055"/>
            <a:ext cx="228600" cy="228600"/>
          </a:xfrm>
          <a:prstGeom prst="roundRect">
            <a:avLst>
              <a:gd name="adj" fmla="val 50000"/>
            </a:avLst>
          </a:prstGeom>
          <a:solidFill>
            <a:srgbClr val="E9A23B"/>
          </a:solidFill>
        </p:spPr>
        <p:txBody>
          <a:bodyPr/>
          <a:lstStyle/>
          <a:p>
            <a:endParaRPr/>
          </a:p>
        </p:txBody>
      </p:sp>
      <p:sp>
        <p:nvSpPr>
          <p:cNvPr id="76" name="Shape 74">
            <a:extLst>
              <a:ext uri="{FF2B5EF4-FFF2-40B4-BE49-F238E27FC236}">
                <a16:creationId xmlns:a16="http://schemas.microsoft.com/office/drawing/2014/main" id="{233B2168-CA4B-4854-8473-D75C108B2031}"/>
              </a:ext>
            </a:extLst>
          </p:cNvPr>
          <p:cNvSpPr>
            <a:spLocks noGrp="1"/>
          </p:cNvSpPr>
          <p:nvPr/>
        </p:nvSpPr>
        <p:spPr>
          <a:xfrm>
            <a:off x="1422400" y="4095055"/>
            <a:ext cx="228600" cy="228600"/>
          </a:xfrm>
          <a:prstGeom prst="roundRect">
            <a:avLst>
              <a:gd name="adj" fmla="val 50000"/>
            </a:avLst>
          </a:prstGeom>
          <a:solidFill>
            <a:srgbClr val="CFCBBE"/>
          </a:solidFill>
        </p:spPr>
        <p:txBody>
          <a:bodyPr/>
          <a:lstStyle/>
          <a:p>
            <a:endParaRPr/>
          </a:p>
        </p:txBody>
      </p:sp>
      <p:sp>
        <p:nvSpPr>
          <p:cNvPr id="77" name="Shape 75">
            <a:extLst>
              <a:ext uri="{FF2B5EF4-FFF2-40B4-BE49-F238E27FC236}">
                <a16:creationId xmlns:a16="http://schemas.microsoft.com/office/drawing/2014/main" id="{18748089-2D5F-4A5E-8534-42741EA3E285}"/>
              </a:ext>
            </a:extLst>
          </p:cNvPr>
          <p:cNvSpPr>
            <a:spLocks noGrp="1"/>
          </p:cNvSpPr>
          <p:nvPr/>
        </p:nvSpPr>
        <p:spPr>
          <a:xfrm>
            <a:off x="1727200" y="4095055"/>
            <a:ext cx="228600" cy="228600"/>
          </a:xfrm>
          <a:prstGeom prst="roundRect">
            <a:avLst>
              <a:gd name="adj" fmla="val 50000"/>
            </a:avLst>
          </a:prstGeom>
          <a:solidFill>
            <a:srgbClr val="CFCBBE"/>
          </a:solidFill>
        </p:spPr>
        <p:txBody>
          <a:bodyPr/>
          <a:lstStyle/>
          <a:p>
            <a:endParaRPr/>
          </a:p>
        </p:txBody>
      </p:sp>
      <p:sp>
        <p:nvSpPr>
          <p:cNvPr id="78" name="Shape 76">
            <a:extLst>
              <a:ext uri="{FF2B5EF4-FFF2-40B4-BE49-F238E27FC236}">
                <a16:creationId xmlns:a16="http://schemas.microsoft.com/office/drawing/2014/main" id="{26720BC8-EE48-4A1A-BA3E-2C799F1BB0CD}"/>
              </a:ext>
            </a:extLst>
          </p:cNvPr>
          <p:cNvSpPr>
            <a:spLocks noGrp="1"/>
          </p:cNvSpPr>
          <p:nvPr/>
        </p:nvSpPr>
        <p:spPr>
          <a:xfrm>
            <a:off x="2032000" y="4095055"/>
            <a:ext cx="228600" cy="228600"/>
          </a:xfrm>
          <a:prstGeom prst="roundRect">
            <a:avLst>
              <a:gd name="adj" fmla="val 50000"/>
            </a:avLst>
          </a:prstGeom>
          <a:solidFill>
            <a:srgbClr val="CFCBBE"/>
          </a:solidFill>
        </p:spPr>
        <p:txBody>
          <a:bodyPr/>
          <a:lstStyle/>
          <a:p>
            <a:endParaRPr/>
          </a:p>
        </p:txBody>
      </p:sp>
      <p:sp>
        <p:nvSpPr>
          <p:cNvPr id="79" name="Shape 77">
            <a:extLst>
              <a:ext uri="{FF2B5EF4-FFF2-40B4-BE49-F238E27FC236}">
                <a16:creationId xmlns:a16="http://schemas.microsoft.com/office/drawing/2014/main" id="{01DE09B8-D30A-49F7-AA9A-67A6EDD128C4}"/>
              </a:ext>
            </a:extLst>
          </p:cNvPr>
          <p:cNvSpPr>
            <a:spLocks noGrp="1"/>
          </p:cNvSpPr>
          <p:nvPr/>
        </p:nvSpPr>
        <p:spPr>
          <a:xfrm>
            <a:off x="2336800" y="4095055"/>
            <a:ext cx="228600" cy="228600"/>
          </a:xfrm>
          <a:prstGeom prst="roundRect">
            <a:avLst>
              <a:gd name="adj" fmla="val 50000"/>
            </a:avLst>
          </a:prstGeom>
          <a:solidFill>
            <a:srgbClr val="CFCBBE"/>
          </a:solidFill>
        </p:spPr>
        <p:txBody>
          <a:bodyPr/>
          <a:lstStyle/>
          <a:p>
            <a:endParaRPr/>
          </a:p>
        </p:txBody>
      </p:sp>
      <p:sp>
        <p:nvSpPr>
          <p:cNvPr id="80" name="Shape 78">
            <a:extLst>
              <a:ext uri="{FF2B5EF4-FFF2-40B4-BE49-F238E27FC236}">
                <a16:creationId xmlns:a16="http://schemas.microsoft.com/office/drawing/2014/main" id="{30292021-AE5F-43D4-878B-EEE021A75414}"/>
              </a:ext>
            </a:extLst>
          </p:cNvPr>
          <p:cNvSpPr>
            <a:spLocks noGrp="1"/>
          </p:cNvSpPr>
          <p:nvPr/>
        </p:nvSpPr>
        <p:spPr>
          <a:xfrm>
            <a:off x="2641600" y="4095055"/>
            <a:ext cx="228600" cy="228600"/>
          </a:xfrm>
          <a:prstGeom prst="roundRect">
            <a:avLst>
              <a:gd name="adj" fmla="val 50000"/>
            </a:avLst>
          </a:prstGeom>
          <a:solidFill>
            <a:srgbClr val="CFCBBE"/>
          </a:solidFill>
        </p:spPr>
        <p:txBody>
          <a:bodyPr/>
          <a:lstStyle/>
          <a:p>
            <a:endParaRPr/>
          </a:p>
        </p:txBody>
      </p:sp>
      <p:sp>
        <p:nvSpPr>
          <p:cNvPr id="81" name="Shape 79">
            <a:extLst>
              <a:ext uri="{FF2B5EF4-FFF2-40B4-BE49-F238E27FC236}">
                <a16:creationId xmlns:a16="http://schemas.microsoft.com/office/drawing/2014/main" id="{51388B91-70BB-486D-988B-D0FF1A7E8AEF}"/>
              </a:ext>
            </a:extLst>
          </p:cNvPr>
          <p:cNvSpPr>
            <a:spLocks noGrp="1"/>
          </p:cNvSpPr>
          <p:nvPr/>
        </p:nvSpPr>
        <p:spPr>
          <a:xfrm>
            <a:off x="2946400" y="4095055"/>
            <a:ext cx="228600" cy="228600"/>
          </a:xfrm>
          <a:prstGeom prst="roundRect">
            <a:avLst>
              <a:gd name="adj" fmla="val 50000"/>
            </a:avLst>
          </a:prstGeom>
          <a:solidFill>
            <a:srgbClr val="CFCBBE"/>
          </a:solidFill>
        </p:spPr>
        <p:txBody>
          <a:bodyPr/>
          <a:lstStyle/>
          <a:p>
            <a:endParaRPr/>
          </a:p>
        </p:txBody>
      </p:sp>
      <p:sp>
        <p:nvSpPr>
          <p:cNvPr id="82" name="Shape 80">
            <a:extLst>
              <a:ext uri="{FF2B5EF4-FFF2-40B4-BE49-F238E27FC236}">
                <a16:creationId xmlns:a16="http://schemas.microsoft.com/office/drawing/2014/main" id="{C74794A2-8553-4D99-A09C-3BB0B89427E5}"/>
              </a:ext>
            </a:extLst>
          </p:cNvPr>
          <p:cNvSpPr>
            <a:spLocks noGrp="1"/>
          </p:cNvSpPr>
          <p:nvPr/>
        </p:nvSpPr>
        <p:spPr>
          <a:xfrm>
            <a:off x="3251200" y="4095055"/>
            <a:ext cx="228600" cy="228600"/>
          </a:xfrm>
          <a:prstGeom prst="roundRect">
            <a:avLst>
              <a:gd name="adj" fmla="val 50000"/>
            </a:avLst>
          </a:prstGeom>
          <a:solidFill>
            <a:srgbClr val="CFCBBE"/>
          </a:solidFill>
        </p:spPr>
        <p:txBody>
          <a:bodyPr/>
          <a:lstStyle/>
          <a:p>
            <a:endParaRPr/>
          </a:p>
        </p:txBody>
      </p:sp>
      <p:sp>
        <p:nvSpPr>
          <p:cNvPr id="83" name="Shape 81">
            <a:extLst>
              <a:ext uri="{FF2B5EF4-FFF2-40B4-BE49-F238E27FC236}">
                <a16:creationId xmlns:a16="http://schemas.microsoft.com/office/drawing/2014/main" id="{534AF5A6-7032-4063-9547-B608D6071FA3}"/>
              </a:ext>
            </a:extLst>
          </p:cNvPr>
          <p:cNvSpPr>
            <a:spLocks noGrp="1"/>
          </p:cNvSpPr>
          <p:nvPr/>
        </p:nvSpPr>
        <p:spPr>
          <a:xfrm>
            <a:off x="3556000" y="4095055"/>
            <a:ext cx="228600" cy="228600"/>
          </a:xfrm>
          <a:prstGeom prst="roundRect">
            <a:avLst>
              <a:gd name="adj" fmla="val 50000"/>
            </a:avLst>
          </a:prstGeom>
          <a:solidFill>
            <a:srgbClr val="CFCBBE"/>
          </a:solidFill>
        </p:spPr>
        <p:txBody>
          <a:bodyPr/>
          <a:lstStyle/>
          <a:p>
            <a:endParaRPr/>
          </a:p>
        </p:txBody>
      </p:sp>
      <p:sp>
        <p:nvSpPr>
          <p:cNvPr id="84" name="Shape 82">
            <a:extLst>
              <a:ext uri="{FF2B5EF4-FFF2-40B4-BE49-F238E27FC236}">
                <a16:creationId xmlns:a16="http://schemas.microsoft.com/office/drawing/2014/main" id="{6C8D8E0C-72E7-46CC-869C-C80809295D4D}"/>
              </a:ext>
            </a:extLst>
          </p:cNvPr>
          <p:cNvSpPr>
            <a:spLocks noGrp="1"/>
          </p:cNvSpPr>
          <p:nvPr/>
        </p:nvSpPr>
        <p:spPr>
          <a:xfrm>
            <a:off x="812800" y="4399855"/>
            <a:ext cx="228600" cy="228600"/>
          </a:xfrm>
          <a:prstGeom prst="roundRect">
            <a:avLst>
              <a:gd name="adj" fmla="val 50000"/>
            </a:avLst>
          </a:prstGeom>
          <a:solidFill>
            <a:srgbClr val="CFCBBE"/>
          </a:solidFill>
        </p:spPr>
        <p:txBody>
          <a:bodyPr/>
          <a:lstStyle/>
          <a:p>
            <a:endParaRPr/>
          </a:p>
        </p:txBody>
      </p:sp>
      <p:sp>
        <p:nvSpPr>
          <p:cNvPr id="85" name="Shape 83">
            <a:extLst>
              <a:ext uri="{FF2B5EF4-FFF2-40B4-BE49-F238E27FC236}">
                <a16:creationId xmlns:a16="http://schemas.microsoft.com/office/drawing/2014/main" id="{128DBC7B-29F7-4BEF-824C-9FBEE9B04C65}"/>
              </a:ext>
            </a:extLst>
          </p:cNvPr>
          <p:cNvSpPr>
            <a:spLocks noGrp="1"/>
          </p:cNvSpPr>
          <p:nvPr/>
        </p:nvSpPr>
        <p:spPr>
          <a:xfrm>
            <a:off x="1117600" y="4399855"/>
            <a:ext cx="228600" cy="228600"/>
          </a:xfrm>
          <a:prstGeom prst="roundRect">
            <a:avLst>
              <a:gd name="adj" fmla="val 50000"/>
            </a:avLst>
          </a:prstGeom>
          <a:solidFill>
            <a:srgbClr val="CFCBBE"/>
          </a:solidFill>
        </p:spPr>
        <p:txBody>
          <a:bodyPr/>
          <a:lstStyle/>
          <a:p>
            <a:endParaRPr/>
          </a:p>
        </p:txBody>
      </p:sp>
      <p:sp>
        <p:nvSpPr>
          <p:cNvPr id="86" name="Shape 84">
            <a:extLst>
              <a:ext uri="{FF2B5EF4-FFF2-40B4-BE49-F238E27FC236}">
                <a16:creationId xmlns:a16="http://schemas.microsoft.com/office/drawing/2014/main" id="{CE996EE5-D93C-44DE-9EE8-DEE7CCB39DF3}"/>
              </a:ext>
            </a:extLst>
          </p:cNvPr>
          <p:cNvSpPr>
            <a:spLocks noGrp="1"/>
          </p:cNvSpPr>
          <p:nvPr/>
        </p:nvSpPr>
        <p:spPr>
          <a:xfrm>
            <a:off x="1422400" y="4399855"/>
            <a:ext cx="228600" cy="228600"/>
          </a:xfrm>
          <a:prstGeom prst="roundRect">
            <a:avLst>
              <a:gd name="adj" fmla="val 50000"/>
            </a:avLst>
          </a:prstGeom>
          <a:solidFill>
            <a:srgbClr val="E9A23B"/>
          </a:solidFill>
        </p:spPr>
        <p:txBody>
          <a:bodyPr/>
          <a:lstStyle/>
          <a:p>
            <a:endParaRPr/>
          </a:p>
        </p:txBody>
      </p:sp>
      <p:sp>
        <p:nvSpPr>
          <p:cNvPr id="87" name="Shape 85">
            <a:extLst>
              <a:ext uri="{FF2B5EF4-FFF2-40B4-BE49-F238E27FC236}">
                <a16:creationId xmlns:a16="http://schemas.microsoft.com/office/drawing/2014/main" id="{5EB494FF-7D71-43AD-A374-AFE778E4DC6F}"/>
              </a:ext>
            </a:extLst>
          </p:cNvPr>
          <p:cNvSpPr>
            <a:spLocks noGrp="1"/>
          </p:cNvSpPr>
          <p:nvPr/>
        </p:nvSpPr>
        <p:spPr>
          <a:xfrm>
            <a:off x="1727200" y="4399855"/>
            <a:ext cx="228600" cy="228600"/>
          </a:xfrm>
          <a:prstGeom prst="roundRect">
            <a:avLst>
              <a:gd name="adj" fmla="val 50000"/>
            </a:avLst>
          </a:prstGeom>
          <a:solidFill>
            <a:srgbClr val="CFCBBE"/>
          </a:solidFill>
        </p:spPr>
        <p:txBody>
          <a:bodyPr/>
          <a:lstStyle/>
          <a:p>
            <a:endParaRPr/>
          </a:p>
        </p:txBody>
      </p:sp>
      <p:sp>
        <p:nvSpPr>
          <p:cNvPr id="88" name="Shape 86">
            <a:extLst>
              <a:ext uri="{FF2B5EF4-FFF2-40B4-BE49-F238E27FC236}">
                <a16:creationId xmlns:a16="http://schemas.microsoft.com/office/drawing/2014/main" id="{59180920-7E6F-4F5B-9E01-AE0F143767E7}"/>
              </a:ext>
            </a:extLst>
          </p:cNvPr>
          <p:cNvSpPr>
            <a:spLocks noGrp="1"/>
          </p:cNvSpPr>
          <p:nvPr/>
        </p:nvSpPr>
        <p:spPr>
          <a:xfrm>
            <a:off x="2032000" y="4399855"/>
            <a:ext cx="228600" cy="228600"/>
          </a:xfrm>
          <a:prstGeom prst="roundRect">
            <a:avLst>
              <a:gd name="adj" fmla="val 50000"/>
            </a:avLst>
          </a:prstGeom>
          <a:solidFill>
            <a:srgbClr val="CFCBBE"/>
          </a:solidFill>
        </p:spPr>
        <p:txBody>
          <a:bodyPr/>
          <a:lstStyle/>
          <a:p>
            <a:endParaRPr/>
          </a:p>
        </p:txBody>
      </p:sp>
      <p:sp>
        <p:nvSpPr>
          <p:cNvPr id="89" name="Shape 87">
            <a:extLst>
              <a:ext uri="{FF2B5EF4-FFF2-40B4-BE49-F238E27FC236}">
                <a16:creationId xmlns:a16="http://schemas.microsoft.com/office/drawing/2014/main" id="{7CCED138-6693-4363-B8CF-1EC8D82C6264}"/>
              </a:ext>
            </a:extLst>
          </p:cNvPr>
          <p:cNvSpPr>
            <a:spLocks noGrp="1"/>
          </p:cNvSpPr>
          <p:nvPr/>
        </p:nvSpPr>
        <p:spPr>
          <a:xfrm>
            <a:off x="2336800" y="4399855"/>
            <a:ext cx="228600" cy="228600"/>
          </a:xfrm>
          <a:prstGeom prst="roundRect">
            <a:avLst>
              <a:gd name="adj" fmla="val 50000"/>
            </a:avLst>
          </a:prstGeom>
          <a:solidFill>
            <a:srgbClr val="CFCBBE"/>
          </a:solidFill>
        </p:spPr>
        <p:txBody>
          <a:bodyPr/>
          <a:lstStyle/>
          <a:p>
            <a:endParaRPr/>
          </a:p>
        </p:txBody>
      </p:sp>
      <p:sp>
        <p:nvSpPr>
          <p:cNvPr id="90" name="Shape 88">
            <a:extLst>
              <a:ext uri="{FF2B5EF4-FFF2-40B4-BE49-F238E27FC236}">
                <a16:creationId xmlns:a16="http://schemas.microsoft.com/office/drawing/2014/main" id="{1BB89F18-345C-46B2-B824-3C88093FBA7B}"/>
              </a:ext>
            </a:extLst>
          </p:cNvPr>
          <p:cNvSpPr>
            <a:spLocks noGrp="1"/>
          </p:cNvSpPr>
          <p:nvPr/>
        </p:nvSpPr>
        <p:spPr>
          <a:xfrm>
            <a:off x="2641600" y="4399855"/>
            <a:ext cx="228600" cy="228600"/>
          </a:xfrm>
          <a:prstGeom prst="roundRect">
            <a:avLst>
              <a:gd name="adj" fmla="val 50000"/>
            </a:avLst>
          </a:prstGeom>
          <a:solidFill>
            <a:srgbClr val="CFCBBE"/>
          </a:solidFill>
        </p:spPr>
        <p:txBody>
          <a:bodyPr/>
          <a:lstStyle/>
          <a:p>
            <a:endParaRPr/>
          </a:p>
        </p:txBody>
      </p:sp>
      <p:sp>
        <p:nvSpPr>
          <p:cNvPr id="91" name="Shape 89">
            <a:extLst>
              <a:ext uri="{FF2B5EF4-FFF2-40B4-BE49-F238E27FC236}">
                <a16:creationId xmlns:a16="http://schemas.microsoft.com/office/drawing/2014/main" id="{12F12908-821C-4742-A7DF-077ECAAE3AF2}"/>
              </a:ext>
            </a:extLst>
          </p:cNvPr>
          <p:cNvSpPr>
            <a:spLocks noGrp="1"/>
          </p:cNvSpPr>
          <p:nvPr/>
        </p:nvSpPr>
        <p:spPr>
          <a:xfrm>
            <a:off x="2946400" y="4399855"/>
            <a:ext cx="228600" cy="228600"/>
          </a:xfrm>
          <a:prstGeom prst="roundRect">
            <a:avLst>
              <a:gd name="adj" fmla="val 50000"/>
            </a:avLst>
          </a:prstGeom>
          <a:solidFill>
            <a:srgbClr val="CFCBBE"/>
          </a:solidFill>
        </p:spPr>
        <p:txBody>
          <a:bodyPr/>
          <a:lstStyle/>
          <a:p>
            <a:endParaRPr/>
          </a:p>
        </p:txBody>
      </p:sp>
      <p:sp>
        <p:nvSpPr>
          <p:cNvPr id="92" name="Shape 90">
            <a:extLst>
              <a:ext uri="{FF2B5EF4-FFF2-40B4-BE49-F238E27FC236}">
                <a16:creationId xmlns:a16="http://schemas.microsoft.com/office/drawing/2014/main" id="{EA6B08A1-EFB2-4AFD-990C-73D992368171}"/>
              </a:ext>
            </a:extLst>
          </p:cNvPr>
          <p:cNvSpPr>
            <a:spLocks noGrp="1"/>
          </p:cNvSpPr>
          <p:nvPr/>
        </p:nvSpPr>
        <p:spPr>
          <a:xfrm>
            <a:off x="3251200" y="4399855"/>
            <a:ext cx="228600" cy="228600"/>
          </a:xfrm>
          <a:prstGeom prst="roundRect">
            <a:avLst>
              <a:gd name="adj" fmla="val 50000"/>
            </a:avLst>
          </a:prstGeom>
          <a:solidFill>
            <a:srgbClr val="E9A23B"/>
          </a:solidFill>
        </p:spPr>
        <p:txBody>
          <a:bodyPr/>
          <a:lstStyle/>
          <a:p>
            <a:endParaRPr/>
          </a:p>
        </p:txBody>
      </p:sp>
      <p:sp>
        <p:nvSpPr>
          <p:cNvPr id="93" name="Shape 91">
            <a:extLst>
              <a:ext uri="{FF2B5EF4-FFF2-40B4-BE49-F238E27FC236}">
                <a16:creationId xmlns:a16="http://schemas.microsoft.com/office/drawing/2014/main" id="{0516230D-CB1C-4266-811D-47218EE981D1}"/>
              </a:ext>
            </a:extLst>
          </p:cNvPr>
          <p:cNvSpPr>
            <a:spLocks noGrp="1"/>
          </p:cNvSpPr>
          <p:nvPr/>
        </p:nvSpPr>
        <p:spPr>
          <a:xfrm>
            <a:off x="3556000" y="4399855"/>
            <a:ext cx="228600" cy="228600"/>
          </a:xfrm>
          <a:prstGeom prst="roundRect">
            <a:avLst>
              <a:gd name="adj" fmla="val 50000"/>
            </a:avLst>
          </a:prstGeom>
          <a:solidFill>
            <a:srgbClr val="CFCBBE"/>
          </a:solidFill>
        </p:spPr>
        <p:txBody>
          <a:bodyPr/>
          <a:lstStyle/>
          <a:p>
            <a:endParaRPr/>
          </a:p>
        </p:txBody>
      </p:sp>
      <p:sp>
        <p:nvSpPr>
          <p:cNvPr id="94" name="Shape 92">
            <a:extLst>
              <a:ext uri="{FF2B5EF4-FFF2-40B4-BE49-F238E27FC236}">
                <a16:creationId xmlns:a16="http://schemas.microsoft.com/office/drawing/2014/main" id="{3C739007-6B36-4042-9E12-7B760125C81F}"/>
              </a:ext>
            </a:extLst>
          </p:cNvPr>
          <p:cNvSpPr>
            <a:spLocks noGrp="1"/>
          </p:cNvSpPr>
          <p:nvPr/>
        </p:nvSpPr>
        <p:spPr>
          <a:xfrm>
            <a:off x="812800" y="4704655"/>
            <a:ext cx="228600" cy="228600"/>
          </a:xfrm>
          <a:prstGeom prst="roundRect">
            <a:avLst>
              <a:gd name="adj" fmla="val 50000"/>
            </a:avLst>
          </a:prstGeom>
          <a:solidFill>
            <a:srgbClr val="CFCBBE"/>
          </a:solidFill>
        </p:spPr>
        <p:txBody>
          <a:bodyPr/>
          <a:lstStyle/>
          <a:p>
            <a:endParaRPr/>
          </a:p>
        </p:txBody>
      </p:sp>
      <p:sp>
        <p:nvSpPr>
          <p:cNvPr id="95" name="Shape 93">
            <a:extLst>
              <a:ext uri="{FF2B5EF4-FFF2-40B4-BE49-F238E27FC236}">
                <a16:creationId xmlns:a16="http://schemas.microsoft.com/office/drawing/2014/main" id="{B4869A76-E7BD-464C-8339-9132C13D078B}"/>
              </a:ext>
            </a:extLst>
          </p:cNvPr>
          <p:cNvSpPr>
            <a:spLocks noGrp="1"/>
          </p:cNvSpPr>
          <p:nvPr/>
        </p:nvSpPr>
        <p:spPr>
          <a:xfrm>
            <a:off x="1117600" y="4704655"/>
            <a:ext cx="228600" cy="228600"/>
          </a:xfrm>
          <a:prstGeom prst="roundRect">
            <a:avLst>
              <a:gd name="adj" fmla="val 50000"/>
            </a:avLst>
          </a:prstGeom>
          <a:solidFill>
            <a:srgbClr val="CFCBBE"/>
          </a:solidFill>
        </p:spPr>
        <p:txBody>
          <a:bodyPr/>
          <a:lstStyle/>
          <a:p>
            <a:endParaRPr/>
          </a:p>
        </p:txBody>
      </p:sp>
      <p:sp>
        <p:nvSpPr>
          <p:cNvPr id="96" name="Shape 94">
            <a:extLst>
              <a:ext uri="{FF2B5EF4-FFF2-40B4-BE49-F238E27FC236}">
                <a16:creationId xmlns:a16="http://schemas.microsoft.com/office/drawing/2014/main" id="{D760FBD7-F830-42D8-AE23-9127D42E7891}"/>
              </a:ext>
            </a:extLst>
          </p:cNvPr>
          <p:cNvSpPr>
            <a:spLocks noGrp="1"/>
          </p:cNvSpPr>
          <p:nvPr/>
        </p:nvSpPr>
        <p:spPr>
          <a:xfrm>
            <a:off x="1422400" y="4704655"/>
            <a:ext cx="228600" cy="228600"/>
          </a:xfrm>
          <a:prstGeom prst="roundRect">
            <a:avLst>
              <a:gd name="adj" fmla="val 50000"/>
            </a:avLst>
          </a:prstGeom>
          <a:solidFill>
            <a:srgbClr val="E9A23B"/>
          </a:solidFill>
        </p:spPr>
        <p:txBody>
          <a:bodyPr/>
          <a:lstStyle/>
          <a:p>
            <a:endParaRPr/>
          </a:p>
        </p:txBody>
      </p:sp>
      <p:sp>
        <p:nvSpPr>
          <p:cNvPr id="97" name="Shape 95">
            <a:extLst>
              <a:ext uri="{FF2B5EF4-FFF2-40B4-BE49-F238E27FC236}">
                <a16:creationId xmlns:a16="http://schemas.microsoft.com/office/drawing/2014/main" id="{8A8338A7-7613-4EF5-8194-E418220709B5}"/>
              </a:ext>
            </a:extLst>
          </p:cNvPr>
          <p:cNvSpPr>
            <a:spLocks noGrp="1"/>
          </p:cNvSpPr>
          <p:nvPr/>
        </p:nvSpPr>
        <p:spPr>
          <a:xfrm>
            <a:off x="1727200" y="4704655"/>
            <a:ext cx="228600" cy="228600"/>
          </a:xfrm>
          <a:prstGeom prst="roundRect">
            <a:avLst>
              <a:gd name="adj" fmla="val 50000"/>
            </a:avLst>
          </a:prstGeom>
          <a:solidFill>
            <a:srgbClr val="CFCBBE"/>
          </a:solidFill>
        </p:spPr>
        <p:txBody>
          <a:bodyPr/>
          <a:lstStyle/>
          <a:p>
            <a:endParaRPr/>
          </a:p>
        </p:txBody>
      </p:sp>
      <p:sp>
        <p:nvSpPr>
          <p:cNvPr id="98" name="Shape 96">
            <a:extLst>
              <a:ext uri="{FF2B5EF4-FFF2-40B4-BE49-F238E27FC236}">
                <a16:creationId xmlns:a16="http://schemas.microsoft.com/office/drawing/2014/main" id="{B8791065-C52A-40E7-A653-1DAFDE4772B7}"/>
              </a:ext>
            </a:extLst>
          </p:cNvPr>
          <p:cNvSpPr>
            <a:spLocks noGrp="1"/>
          </p:cNvSpPr>
          <p:nvPr/>
        </p:nvSpPr>
        <p:spPr>
          <a:xfrm>
            <a:off x="2032000" y="4704655"/>
            <a:ext cx="228600" cy="228600"/>
          </a:xfrm>
          <a:prstGeom prst="roundRect">
            <a:avLst>
              <a:gd name="adj" fmla="val 50000"/>
            </a:avLst>
          </a:prstGeom>
          <a:solidFill>
            <a:srgbClr val="CFCBBE"/>
          </a:solidFill>
        </p:spPr>
        <p:txBody>
          <a:bodyPr/>
          <a:lstStyle/>
          <a:p>
            <a:endParaRPr/>
          </a:p>
        </p:txBody>
      </p:sp>
      <p:sp>
        <p:nvSpPr>
          <p:cNvPr id="99" name="Shape 97">
            <a:extLst>
              <a:ext uri="{FF2B5EF4-FFF2-40B4-BE49-F238E27FC236}">
                <a16:creationId xmlns:a16="http://schemas.microsoft.com/office/drawing/2014/main" id="{26B41A43-9892-44DE-A9BF-A9353E9B7E76}"/>
              </a:ext>
            </a:extLst>
          </p:cNvPr>
          <p:cNvSpPr>
            <a:spLocks noGrp="1"/>
          </p:cNvSpPr>
          <p:nvPr/>
        </p:nvSpPr>
        <p:spPr>
          <a:xfrm>
            <a:off x="2336800" y="4704655"/>
            <a:ext cx="228600" cy="228600"/>
          </a:xfrm>
          <a:prstGeom prst="roundRect">
            <a:avLst>
              <a:gd name="adj" fmla="val 50000"/>
            </a:avLst>
          </a:prstGeom>
          <a:solidFill>
            <a:srgbClr val="E9A23B"/>
          </a:solidFill>
        </p:spPr>
        <p:txBody>
          <a:bodyPr/>
          <a:lstStyle/>
          <a:p>
            <a:endParaRPr/>
          </a:p>
        </p:txBody>
      </p:sp>
      <p:sp>
        <p:nvSpPr>
          <p:cNvPr id="100" name="Shape 98">
            <a:extLst>
              <a:ext uri="{FF2B5EF4-FFF2-40B4-BE49-F238E27FC236}">
                <a16:creationId xmlns:a16="http://schemas.microsoft.com/office/drawing/2014/main" id="{95270C44-4AC0-47A4-8E6C-146E6CB52BD7}"/>
              </a:ext>
            </a:extLst>
          </p:cNvPr>
          <p:cNvSpPr>
            <a:spLocks noGrp="1"/>
          </p:cNvSpPr>
          <p:nvPr/>
        </p:nvSpPr>
        <p:spPr>
          <a:xfrm>
            <a:off x="2641600" y="4704655"/>
            <a:ext cx="228600" cy="228600"/>
          </a:xfrm>
          <a:prstGeom prst="roundRect">
            <a:avLst>
              <a:gd name="adj" fmla="val 50000"/>
            </a:avLst>
          </a:prstGeom>
          <a:solidFill>
            <a:srgbClr val="CFCBBE"/>
          </a:solidFill>
        </p:spPr>
        <p:txBody>
          <a:bodyPr/>
          <a:lstStyle/>
          <a:p>
            <a:endParaRPr/>
          </a:p>
        </p:txBody>
      </p:sp>
      <p:sp>
        <p:nvSpPr>
          <p:cNvPr id="101" name="Shape 99">
            <a:extLst>
              <a:ext uri="{FF2B5EF4-FFF2-40B4-BE49-F238E27FC236}">
                <a16:creationId xmlns:a16="http://schemas.microsoft.com/office/drawing/2014/main" id="{F46ACBAA-3487-4F1B-9352-BF9C8ED863D8}"/>
              </a:ext>
            </a:extLst>
          </p:cNvPr>
          <p:cNvSpPr>
            <a:spLocks noGrp="1"/>
          </p:cNvSpPr>
          <p:nvPr/>
        </p:nvSpPr>
        <p:spPr>
          <a:xfrm>
            <a:off x="2946400" y="4704655"/>
            <a:ext cx="228600" cy="228600"/>
          </a:xfrm>
          <a:prstGeom prst="roundRect">
            <a:avLst>
              <a:gd name="adj" fmla="val 50000"/>
            </a:avLst>
          </a:prstGeom>
          <a:solidFill>
            <a:srgbClr val="E9A23B"/>
          </a:solidFill>
        </p:spPr>
        <p:txBody>
          <a:bodyPr/>
          <a:lstStyle/>
          <a:p>
            <a:endParaRPr/>
          </a:p>
        </p:txBody>
      </p:sp>
      <p:sp>
        <p:nvSpPr>
          <p:cNvPr id="102" name="Shape 100">
            <a:extLst>
              <a:ext uri="{FF2B5EF4-FFF2-40B4-BE49-F238E27FC236}">
                <a16:creationId xmlns:a16="http://schemas.microsoft.com/office/drawing/2014/main" id="{D15B86B1-250E-46C2-A455-A785DFE5903D}"/>
              </a:ext>
            </a:extLst>
          </p:cNvPr>
          <p:cNvSpPr>
            <a:spLocks noGrp="1"/>
          </p:cNvSpPr>
          <p:nvPr/>
        </p:nvSpPr>
        <p:spPr>
          <a:xfrm>
            <a:off x="3251200" y="4704655"/>
            <a:ext cx="228600" cy="228600"/>
          </a:xfrm>
          <a:prstGeom prst="roundRect">
            <a:avLst>
              <a:gd name="adj" fmla="val 50000"/>
            </a:avLst>
          </a:prstGeom>
          <a:solidFill>
            <a:srgbClr val="E9A23B"/>
          </a:solidFill>
        </p:spPr>
        <p:txBody>
          <a:bodyPr/>
          <a:lstStyle/>
          <a:p>
            <a:endParaRPr/>
          </a:p>
        </p:txBody>
      </p:sp>
      <p:sp>
        <p:nvSpPr>
          <p:cNvPr id="103" name="Shape 101">
            <a:extLst>
              <a:ext uri="{FF2B5EF4-FFF2-40B4-BE49-F238E27FC236}">
                <a16:creationId xmlns:a16="http://schemas.microsoft.com/office/drawing/2014/main" id="{18752AED-D7F3-44A6-AD0F-BD55A498F03E}"/>
              </a:ext>
            </a:extLst>
          </p:cNvPr>
          <p:cNvSpPr>
            <a:spLocks noGrp="1"/>
          </p:cNvSpPr>
          <p:nvPr/>
        </p:nvSpPr>
        <p:spPr>
          <a:xfrm>
            <a:off x="3556000" y="4704655"/>
            <a:ext cx="228600" cy="228600"/>
          </a:xfrm>
          <a:prstGeom prst="roundRect">
            <a:avLst>
              <a:gd name="adj" fmla="val 50000"/>
            </a:avLst>
          </a:prstGeom>
          <a:solidFill>
            <a:srgbClr val="CFCBBE"/>
          </a:solidFill>
        </p:spPr>
        <p:txBody>
          <a:bodyPr/>
          <a:lstStyle/>
          <a:p>
            <a:endParaRPr/>
          </a:p>
        </p:txBody>
      </p:sp>
      <p:sp>
        <p:nvSpPr>
          <p:cNvPr id="104" name="Text 102">
            <a:extLst>
              <a:ext uri="{FF2B5EF4-FFF2-40B4-BE49-F238E27FC236}">
                <a16:creationId xmlns:a16="http://schemas.microsoft.com/office/drawing/2014/main" id="{9252A971-342D-4AE6-91B2-C8EBD3285C94}"/>
              </a:ext>
            </a:extLst>
          </p:cNvPr>
          <p:cNvSpPr>
            <a:spLocks noGrp="1"/>
          </p:cNvSpPr>
          <p:nvPr/>
        </p:nvSpPr>
        <p:spPr>
          <a:xfrm>
            <a:off x="812800" y="4964807"/>
            <a:ext cx="3139440" cy="902593"/>
          </a:xfrm>
          <a:prstGeom prst="rect">
            <a:avLst/>
          </a:prstGeom>
          <a:noFill/>
        </p:spPr>
        <p:txBody>
          <a:bodyPr wrap="square" lIns="0" tIns="0" rIns="0" bIns="0" anchor="t">
            <a:normAutofit/>
          </a:bodyPr>
          <a:lstStyle/>
          <a:p>
            <a:pPr marL="0" indent="0" algn="l">
              <a:lnSpc>
                <a:spcPts val="1746"/>
              </a:lnSpc>
              <a:buNone/>
            </a:pPr>
            <a:r>
              <a:rPr sz="1343" b="1">
                <a:solidFill>
                  <a:srgbClr val="16222F"/>
                </a:solidFill>
                <a:latin typeface="Arial"/>
                <a:ea typeface="Arial"/>
                <a:cs typeface="Arial"/>
              </a:rPr>
              <a:t>22 de cada 100</a:t>
            </a:r>
            <a:r>
              <a:rPr sz="1343">
                <a:solidFill>
                  <a:srgbClr val="55606B"/>
                </a:solidFill>
                <a:latin typeface="Arial"/>
                <a:ea typeface="Arial"/>
                <a:cs typeface="Arial"/>
              </a:rPr>
              <a:t> vuelos llegaron con 15 minutos o más de retraso (ene–jul 2022). Las fichas ámbar son esos vuelos.</a:t>
            </a:r>
            <a:endParaRPr sz="1343"/>
          </a:p>
        </p:txBody>
      </p:sp>
      <p:sp>
        <p:nvSpPr>
          <p:cNvPr id="105" name="Text 103">
            <a:extLst>
              <a:ext uri="{FF2B5EF4-FFF2-40B4-BE49-F238E27FC236}">
                <a16:creationId xmlns:a16="http://schemas.microsoft.com/office/drawing/2014/main" id="{29F92798-E088-4359-820C-F00187838185}"/>
              </a:ext>
            </a:extLst>
          </p:cNvPr>
          <p:cNvSpPr>
            <a:spLocks noGrp="1"/>
          </p:cNvSpPr>
          <p:nvPr/>
        </p:nvSpPr>
        <p:spPr>
          <a:xfrm>
            <a:off x="4318000" y="1961455"/>
            <a:ext cx="7273036" cy="273050"/>
          </a:xfrm>
          <a:prstGeom prst="rect">
            <a:avLst/>
          </a:prstGeom>
          <a:noFill/>
        </p:spPr>
        <p:txBody>
          <a:bodyPr wrap="square" lIns="0" tIns="0" rIns="0" bIns="0" anchor="t">
            <a:normAutofit/>
          </a:bodyPr>
          <a:lstStyle/>
          <a:p>
            <a:pPr marL="0" indent="0" algn="l">
              <a:lnSpc>
                <a:spcPts val="1960"/>
              </a:lnSpc>
              <a:buNone/>
            </a:pPr>
            <a:r>
              <a:rPr sz="1400" b="1">
                <a:solidFill>
                  <a:srgbClr val="55606B"/>
                </a:solidFill>
                <a:latin typeface="Arial"/>
                <a:ea typeface="Arial"/>
                <a:cs typeface="Arial"/>
              </a:rPr>
              <a:t>La pregunta</a:t>
            </a:r>
            <a:endParaRPr sz="1400"/>
          </a:p>
        </p:txBody>
      </p:sp>
      <p:sp>
        <p:nvSpPr>
          <p:cNvPr id="106" name="Text 104">
            <a:extLst>
              <a:ext uri="{FF2B5EF4-FFF2-40B4-BE49-F238E27FC236}">
                <a16:creationId xmlns:a16="http://schemas.microsoft.com/office/drawing/2014/main" id="{5A75808B-657B-48A0-9AB2-F0735278CB56}"/>
              </a:ext>
            </a:extLst>
          </p:cNvPr>
          <p:cNvSpPr>
            <a:spLocks noGrp="1"/>
          </p:cNvSpPr>
          <p:nvPr/>
        </p:nvSpPr>
        <p:spPr>
          <a:xfrm>
            <a:off x="4318000" y="2285305"/>
            <a:ext cx="7273036" cy="977900"/>
          </a:xfrm>
          <a:prstGeom prst="rect">
            <a:avLst/>
          </a:prstGeom>
          <a:noFill/>
        </p:spPr>
        <p:txBody>
          <a:bodyPr wrap="square" lIns="0" tIns="0" rIns="0" bIns="0" anchor="t">
            <a:normAutofit/>
          </a:bodyPr>
          <a:lstStyle/>
          <a:p>
            <a:pPr marL="0" indent="0" algn="l">
              <a:lnSpc>
                <a:spcPts val="2500"/>
              </a:lnSpc>
              <a:buNone/>
            </a:pPr>
            <a:r>
              <a:rPr sz="2000">
                <a:solidFill>
                  <a:srgbClr val="16222F"/>
                </a:solidFill>
                <a:latin typeface="Arial"/>
                <a:ea typeface="Arial"/>
                <a:cs typeface="Arial"/>
              </a:rPr>
              <a:t>¿Qué vuelos tienen mayor riesgo de llegar 15 min tarde, calculado 24 h antes?</a:t>
            </a:r>
            <a:endParaRPr sz="2000"/>
          </a:p>
        </p:txBody>
      </p:sp>
      <p:sp>
        <p:nvSpPr>
          <p:cNvPr id="107" name="Shape 105">
            <a:extLst>
              <a:ext uri="{FF2B5EF4-FFF2-40B4-BE49-F238E27FC236}">
                <a16:creationId xmlns:a16="http://schemas.microsoft.com/office/drawing/2014/main" id="{C329FBA7-A597-496E-BFC5-47232C3B3BD9}"/>
              </a:ext>
            </a:extLst>
          </p:cNvPr>
          <p:cNvSpPr>
            <a:spLocks noGrp="1"/>
          </p:cNvSpPr>
          <p:nvPr/>
        </p:nvSpPr>
        <p:spPr>
          <a:xfrm>
            <a:off x="4321175" y="3444180"/>
            <a:ext cx="2262684" cy="990600"/>
          </a:xfrm>
          <a:prstGeom prst="roundRect">
            <a:avLst>
              <a:gd name="adj" fmla="val 9936"/>
            </a:avLst>
          </a:prstGeom>
          <a:solidFill>
            <a:srgbClr val="FBFAF6"/>
          </a:solidFill>
          <a:ln w="6350">
            <a:solidFill>
              <a:srgbClr val="DAD6C8"/>
            </a:solidFill>
            <a:prstDash val="solid"/>
          </a:ln>
        </p:spPr>
        <p:txBody>
          <a:bodyPr/>
          <a:lstStyle/>
          <a:p>
            <a:endParaRPr/>
          </a:p>
        </p:txBody>
      </p:sp>
      <p:sp>
        <p:nvSpPr>
          <p:cNvPr id="108" name="Text 106">
            <a:extLst>
              <a:ext uri="{FF2B5EF4-FFF2-40B4-BE49-F238E27FC236}">
                <a16:creationId xmlns:a16="http://schemas.microsoft.com/office/drawing/2014/main" id="{2C9C1C76-E804-4802-851C-1320F9026CFE}"/>
              </a:ext>
            </a:extLst>
          </p:cNvPr>
          <p:cNvSpPr>
            <a:spLocks noGrp="1"/>
          </p:cNvSpPr>
          <p:nvPr/>
        </p:nvSpPr>
        <p:spPr>
          <a:xfrm>
            <a:off x="4476750" y="3599755"/>
            <a:ext cx="2010080" cy="234950"/>
          </a:xfrm>
          <a:prstGeom prst="rect">
            <a:avLst/>
          </a:prstGeom>
          <a:noFill/>
        </p:spPr>
        <p:txBody>
          <a:bodyPr wrap="square" lIns="0" tIns="0" rIns="0" bIns="0" anchor="t">
            <a:normAutofit/>
          </a:bodyPr>
          <a:lstStyle/>
          <a:p>
            <a:pPr marL="0" indent="0" algn="l">
              <a:lnSpc>
                <a:spcPts val="1680"/>
              </a:lnSpc>
              <a:buNone/>
            </a:pPr>
            <a:r>
              <a:rPr sz="1200" b="1">
                <a:solidFill>
                  <a:srgbClr val="176B7B"/>
                </a:solidFill>
                <a:latin typeface="Arial"/>
                <a:ea typeface="Arial"/>
                <a:cs typeface="Arial"/>
              </a:rPr>
              <a:t>Usuario</a:t>
            </a:r>
            <a:endParaRPr sz="1200"/>
          </a:p>
        </p:txBody>
      </p:sp>
      <p:sp>
        <p:nvSpPr>
          <p:cNvPr id="109" name="Text 107">
            <a:extLst>
              <a:ext uri="{FF2B5EF4-FFF2-40B4-BE49-F238E27FC236}">
                <a16:creationId xmlns:a16="http://schemas.microsoft.com/office/drawing/2014/main" id="{25B866DD-B68C-4A1F-A271-A4DB97886381}"/>
              </a:ext>
            </a:extLst>
          </p:cNvPr>
          <p:cNvSpPr>
            <a:spLocks noGrp="1"/>
          </p:cNvSpPr>
          <p:nvPr/>
        </p:nvSpPr>
        <p:spPr>
          <a:xfrm>
            <a:off x="4476750" y="3860105"/>
            <a:ext cx="2010080" cy="444500"/>
          </a:xfrm>
          <a:prstGeom prst="rect">
            <a:avLst/>
          </a:prstGeom>
          <a:noFill/>
        </p:spPr>
        <p:txBody>
          <a:bodyPr wrap="square" lIns="0" tIns="0" rIns="0" bIns="0" anchor="t">
            <a:normAutofit/>
          </a:bodyPr>
          <a:lstStyle/>
          <a:p>
            <a:pPr marL="0" indent="0" algn="l">
              <a:lnSpc>
                <a:spcPts val="1690"/>
              </a:lnSpc>
              <a:buNone/>
            </a:pPr>
            <a:r>
              <a:rPr sz="1300">
                <a:solidFill>
                  <a:srgbClr val="16222F"/>
                </a:solidFill>
                <a:latin typeface="Arial"/>
                <a:ea typeface="Arial"/>
                <a:cs typeface="Arial"/>
              </a:rPr>
              <a:t>Equipo de planificación de aerolínea</a:t>
            </a:r>
            <a:endParaRPr sz="1300"/>
          </a:p>
        </p:txBody>
      </p:sp>
      <p:sp>
        <p:nvSpPr>
          <p:cNvPr id="110" name="Shape 108">
            <a:extLst>
              <a:ext uri="{FF2B5EF4-FFF2-40B4-BE49-F238E27FC236}">
                <a16:creationId xmlns:a16="http://schemas.microsoft.com/office/drawing/2014/main" id="{A78FE958-B9E9-4253-818A-2BD0DD9328F7}"/>
              </a:ext>
            </a:extLst>
          </p:cNvPr>
          <p:cNvSpPr>
            <a:spLocks noGrp="1"/>
          </p:cNvSpPr>
          <p:nvPr/>
        </p:nvSpPr>
        <p:spPr>
          <a:xfrm>
            <a:off x="6717209" y="3444180"/>
            <a:ext cx="2262684" cy="990600"/>
          </a:xfrm>
          <a:prstGeom prst="roundRect">
            <a:avLst>
              <a:gd name="adj" fmla="val 9936"/>
            </a:avLst>
          </a:prstGeom>
          <a:solidFill>
            <a:srgbClr val="FBFAF6"/>
          </a:solidFill>
          <a:ln w="6350">
            <a:solidFill>
              <a:srgbClr val="DAD6C8"/>
            </a:solidFill>
            <a:prstDash val="solid"/>
          </a:ln>
        </p:spPr>
        <p:txBody>
          <a:bodyPr/>
          <a:lstStyle/>
          <a:p>
            <a:endParaRPr/>
          </a:p>
        </p:txBody>
      </p:sp>
      <p:sp>
        <p:nvSpPr>
          <p:cNvPr id="111" name="Text 109">
            <a:extLst>
              <a:ext uri="{FF2B5EF4-FFF2-40B4-BE49-F238E27FC236}">
                <a16:creationId xmlns:a16="http://schemas.microsoft.com/office/drawing/2014/main" id="{14D69F7D-16F9-40F0-AFA8-80200C92ABAD}"/>
              </a:ext>
            </a:extLst>
          </p:cNvPr>
          <p:cNvSpPr>
            <a:spLocks noGrp="1"/>
          </p:cNvSpPr>
          <p:nvPr/>
        </p:nvSpPr>
        <p:spPr>
          <a:xfrm>
            <a:off x="6872784" y="3599755"/>
            <a:ext cx="2010080" cy="234950"/>
          </a:xfrm>
          <a:prstGeom prst="rect">
            <a:avLst/>
          </a:prstGeom>
          <a:noFill/>
        </p:spPr>
        <p:txBody>
          <a:bodyPr wrap="square" lIns="0" tIns="0" rIns="0" bIns="0" anchor="t">
            <a:normAutofit/>
          </a:bodyPr>
          <a:lstStyle/>
          <a:p>
            <a:pPr marL="0" indent="0" algn="l">
              <a:lnSpc>
                <a:spcPts val="1680"/>
              </a:lnSpc>
              <a:buNone/>
            </a:pPr>
            <a:r>
              <a:rPr sz="1200" b="1">
                <a:solidFill>
                  <a:srgbClr val="176B7B"/>
                </a:solidFill>
                <a:latin typeface="Arial"/>
                <a:ea typeface="Arial"/>
                <a:cs typeface="Arial"/>
              </a:rPr>
              <a:t>Unidad</a:t>
            </a:r>
            <a:endParaRPr sz="1200"/>
          </a:p>
        </p:txBody>
      </p:sp>
      <p:sp>
        <p:nvSpPr>
          <p:cNvPr id="112" name="Text 110">
            <a:extLst>
              <a:ext uri="{FF2B5EF4-FFF2-40B4-BE49-F238E27FC236}">
                <a16:creationId xmlns:a16="http://schemas.microsoft.com/office/drawing/2014/main" id="{25BE786F-AE5F-4A33-9CBB-70C57066321A}"/>
              </a:ext>
            </a:extLst>
          </p:cNvPr>
          <p:cNvSpPr>
            <a:spLocks noGrp="1"/>
          </p:cNvSpPr>
          <p:nvPr/>
        </p:nvSpPr>
        <p:spPr>
          <a:xfrm>
            <a:off x="6872784" y="3860105"/>
            <a:ext cx="2010080" cy="234950"/>
          </a:xfrm>
          <a:prstGeom prst="rect">
            <a:avLst/>
          </a:prstGeom>
          <a:noFill/>
        </p:spPr>
        <p:txBody>
          <a:bodyPr wrap="square" lIns="0" tIns="0" rIns="0" bIns="0" anchor="t">
            <a:normAutofit/>
          </a:bodyPr>
          <a:lstStyle/>
          <a:p>
            <a:pPr marL="0" indent="0" algn="l">
              <a:lnSpc>
                <a:spcPts val="1690"/>
              </a:lnSpc>
              <a:buNone/>
            </a:pPr>
            <a:r>
              <a:rPr sz="1300">
                <a:solidFill>
                  <a:srgbClr val="16222F"/>
                </a:solidFill>
                <a:latin typeface="Arial"/>
                <a:ea typeface="Arial"/>
                <a:cs typeface="Arial"/>
              </a:rPr>
              <a:t>Un vuelo programado</a:t>
            </a:r>
            <a:endParaRPr sz="1300"/>
          </a:p>
        </p:txBody>
      </p:sp>
      <p:sp>
        <p:nvSpPr>
          <p:cNvPr id="113" name="Shape 111">
            <a:extLst>
              <a:ext uri="{FF2B5EF4-FFF2-40B4-BE49-F238E27FC236}">
                <a16:creationId xmlns:a16="http://schemas.microsoft.com/office/drawing/2014/main" id="{A8C4ADF7-E804-4785-BFD4-FCC9495AAB46}"/>
              </a:ext>
            </a:extLst>
          </p:cNvPr>
          <p:cNvSpPr>
            <a:spLocks noGrp="1"/>
          </p:cNvSpPr>
          <p:nvPr/>
        </p:nvSpPr>
        <p:spPr>
          <a:xfrm>
            <a:off x="9113242" y="3444180"/>
            <a:ext cx="2262684" cy="990600"/>
          </a:xfrm>
          <a:prstGeom prst="roundRect">
            <a:avLst>
              <a:gd name="adj" fmla="val 9936"/>
            </a:avLst>
          </a:prstGeom>
          <a:solidFill>
            <a:srgbClr val="FBFAF6"/>
          </a:solidFill>
          <a:ln w="6350">
            <a:solidFill>
              <a:srgbClr val="DAD6C8"/>
            </a:solidFill>
            <a:prstDash val="solid"/>
          </a:ln>
        </p:spPr>
        <p:txBody>
          <a:bodyPr/>
          <a:lstStyle/>
          <a:p>
            <a:endParaRPr/>
          </a:p>
        </p:txBody>
      </p:sp>
      <p:sp>
        <p:nvSpPr>
          <p:cNvPr id="114" name="Text 112">
            <a:extLst>
              <a:ext uri="{FF2B5EF4-FFF2-40B4-BE49-F238E27FC236}">
                <a16:creationId xmlns:a16="http://schemas.microsoft.com/office/drawing/2014/main" id="{F5B7F46E-5BA7-439D-A3DC-ADBF13430A23}"/>
              </a:ext>
            </a:extLst>
          </p:cNvPr>
          <p:cNvSpPr>
            <a:spLocks noGrp="1"/>
          </p:cNvSpPr>
          <p:nvPr/>
        </p:nvSpPr>
        <p:spPr>
          <a:xfrm>
            <a:off x="9268817" y="3599755"/>
            <a:ext cx="2010080" cy="234950"/>
          </a:xfrm>
          <a:prstGeom prst="rect">
            <a:avLst/>
          </a:prstGeom>
          <a:noFill/>
        </p:spPr>
        <p:txBody>
          <a:bodyPr wrap="square" lIns="0" tIns="0" rIns="0" bIns="0" anchor="t">
            <a:normAutofit/>
          </a:bodyPr>
          <a:lstStyle/>
          <a:p>
            <a:pPr marL="0" indent="0" algn="l">
              <a:lnSpc>
                <a:spcPts val="1680"/>
              </a:lnSpc>
              <a:buNone/>
            </a:pPr>
            <a:r>
              <a:rPr sz="1200" b="1">
                <a:solidFill>
                  <a:srgbClr val="176B7B"/>
                </a:solidFill>
                <a:latin typeface="Arial"/>
                <a:ea typeface="Arial"/>
                <a:cs typeface="Arial"/>
              </a:rPr>
              <a:t>Alcance</a:t>
            </a:r>
            <a:endParaRPr sz="1200"/>
          </a:p>
        </p:txBody>
      </p:sp>
      <p:sp>
        <p:nvSpPr>
          <p:cNvPr id="115" name="Text 113">
            <a:extLst>
              <a:ext uri="{FF2B5EF4-FFF2-40B4-BE49-F238E27FC236}">
                <a16:creationId xmlns:a16="http://schemas.microsoft.com/office/drawing/2014/main" id="{EBF346D3-261F-435E-8814-DE6E2B0C02B4}"/>
              </a:ext>
            </a:extLst>
          </p:cNvPr>
          <p:cNvSpPr>
            <a:spLocks noGrp="1"/>
          </p:cNvSpPr>
          <p:nvPr/>
        </p:nvSpPr>
        <p:spPr>
          <a:xfrm>
            <a:off x="9268817" y="3860105"/>
            <a:ext cx="2010080" cy="444500"/>
          </a:xfrm>
          <a:prstGeom prst="rect">
            <a:avLst/>
          </a:prstGeom>
          <a:noFill/>
        </p:spPr>
        <p:txBody>
          <a:bodyPr wrap="square" lIns="0" tIns="0" rIns="0" bIns="0" anchor="t">
            <a:normAutofit/>
          </a:bodyPr>
          <a:lstStyle/>
          <a:p>
            <a:pPr marL="0" indent="0" algn="l">
              <a:lnSpc>
                <a:spcPts val="1690"/>
              </a:lnSpc>
              <a:buNone/>
            </a:pPr>
            <a:r>
              <a:rPr sz="1300">
                <a:solidFill>
                  <a:srgbClr val="16222F"/>
                </a:solidFill>
                <a:latin typeface="Arial"/>
                <a:ea typeface="Arial"/>
                <a:cs typeface="Arial"/>
              </a:rPr>
              <a:t>Todos; alertas para riesgo alto</a:t>
            </a:r>
            <a:endParaRPr sz="1300"/>
          </a:p>
        </p:txBody>
      </p:sp>
      <p:sp>
        <p:nvSpPr>
          <p:cNvPr id="116" name="Shape 114">
            <a:extLst>
              <a:ext uri="{FF2B5EF4-FFF2-40B4-BE49-F238E27FC236}">
                <a16:creationId xmlns:a16="http://schemas.microsoft.com/office/drawing/2014/main" id="{B125803C-0FBE-4083-A149-835B36A54472}"/>
              </a:ext>
            </a:extLst>
          </p:cNvPr>
          <p:cNvSpPr>
            <a:spLocks noGrp="1"/>
          </p:cNvSpPr>
          <p:nvPr/>
        </p:nvSpPr>
        <p:spPr>
          <a:xfrm>
            <a:off x="4318000" y="4641155"/>
            <a:ext cx="7061200" cy="785284"/>
          </a:xfrm>
          <a:prstGeom prst="roundRect">
            <a:avLst>
              <a:gd name="adj" fmla="val 18391"/>
            </a:avLst>
          </a:prstGeom>
          <a:solidFill>
            <a:srgbClr val="E9A23B"/>
          </a:solidFill>
        </p:spPr>
        <p:txBody>
          <a:bodyPr/>
          <a:lstStyle/>
          <a:p>
            <a:endParaRPr/>
          </a:p>
        </p:txBody>
      </p:sp>
      <p:sp>
        <p:nvSpPr>
          <p:cNvPr id="117" name="Text 115">
            <a:extLst>
              <a:ext uri="{FF2B5EF4-FFF2-40B4-BE49-F238E27FC236}">
                <a16:creationId xmlns:a16="http://schemas.microsoft.com/office/drawing/2014/main" id="{C15FA25A-7453-4556-BA61-AFCA19199EA9}"/>
              </a:ext>
            </a:extLst>
          </p:cNvPr>
          <p:cNvSpPr>
            <a:spLocks noGrp="1"/>
          </p:cNvSpPr>
          <p:nvPr/>
        </p:nvSpPr>
        <p:spPr>
          <a:xfrm>
            <a:off x="4521200" y="4768155"/>
            <a:ext cx="6854444" cy="323850"/>
          </a:xfrm>
          <a:prstGeom prst="rect">
            <a:avLst/>
          </a:prstGeom>
          <a:noFill/>
        </p:spPr>
        <p:txBody>
          <a:bodyPr wrap="square" lIns="0" tIns="0" rIns="0" bIns="0" anchor="t">
            <a:normAutofit/>
          </a:bodyPr>
          <a:lstStyle/>
          <a:p>
            <a:pPr marL="0" indent="0" algn="l">
              <a:lnSpc>
                <a:spcPts val="2380"/>
              </a:lnSpc>
              <a:buNone/>
            </a:pPr>
            <a:r>
              <a:rPr sz="1700" b="1">
                <a:solidFill>
                  <a:srgbClr val="13243B"/>
                </a:solidFill>
                <a:latin typeface="Arial"/>
                <a:ea typeface="Arial"/>
                <a:cs typeface="Arial"/>
              </a:rPr>
              <a:t>EE. UU. como base; Colombia como propuesta; 24 h es un supuesto.</a:t>
            </a:r>
            <a:endParaRPr sz="1700"/>
          </a:p>
        </p:txBody>
      </p:sp>
      <p:sp>
        <p:nvSpPr>
          <p:cNvPr id="118" name="Text 116">
            <a:extLst>
              <a:ext uri="{FF2B5EF4-FFF2-40B4-BE49-F238E27FC236}">
                <a16:creationId xmlns:a16="http://schemas.microsoft.com/office/drawing/2014/main" id="{B5BF68F2-0AF0-47DB-9CC7-6E813D35B0A4}"/>
              </a:ext>
            </a:extLst>
          </p:cNvPr>
          <p:cNvSpPr>
            <a:spLocks noGrp="1"/>
          </p:cNvSpPr>
          <p:nvPr/>
        </p:nvSpPr>
        <p:spPr>
          <a:xfrm>
            <a:off x="812800" y="6242050"/>
            <a:ext cx="8502650" cy="234950"/>
          </a:xfrm>
          <a:prstGeom prst="rect">
            <a:avLst/>
          </a:prstGeom>
          <a:noFill/>
        </p:spPr>
        <p:txBody>
          <a:bodyPr wrap="square" lIns="0" tIns="0" rIns="0" bIns="0" anchor="t">
            <a:normAutofit/>
          </a:bodyPr>
          <a:lstStyle/>
          <a:p>
            <a:pPr marL="0" indent="0" algn="l">
              <a:lnSpc>
                <a:spcPts val="1680"/>
              </a:lnSpc>
              <a:buNone/>
            </a:pPr>
            <a:r>
              <a:rPr sz="1200">
                <a:solidFill>
                  <a:srgbClr val="55606B"/>
                </a:solidFill>
                <a:latin typeface="Arial"/>
                <a:ea typeface="Arial"/>
                <a:cs typeface="Arial"/>
              </a:rPr>
              <a:t>Priorización de vuelos con riesgo de retraso · Herramientas de Big Data</a:t>
            </a:r>
            <a:endParaRPr sz="1200"/>
          </a:p>
        </p:txBody>
      </p:sp>
      <p:sp>
        <p:nvSpPr>
          <p:cNvPr id="119" name="Text 117">
            <a:extLst>
              <a:ext uri="{FF2B5EF4-FFF2-40B4-BE49-F238E27FC236}">
                <a16:creationId xmlns:a16="http://schemas.microsoft.com/office/drawing/2014/main" id="{E0F1EBF9-B209-4137-94A9-23E858C57C31}"/>
              </a:ext>
            </a:extLst>
          </p:cNvPr>
          <p:cNvSpPr>
            <a:spLocks noGrp="1"/>
          </p:cNvSpPr>
          <p:nvPr/>
        </p:nvSpPr>
        <p:spPr>
          <a:xfrm>
            <a:off x="10058400" y="6242050"/>
            <a:ext cx="1320800" cy="234950"/>
          </a:xfrm>
          <a:prstGeom prst="rect">
            <a:avLst/>
          </a:prstGeom>
          <a:noFill/>
        </p:spPr>
        <p:txBody>
          <a:bodyPr wrap="square" lIns="0" tIns="0" rIns="0" bIns="0" anchor="t">
            <a:normAutofit/>
          </a:bodyPr>
          <a:lstStyle/>
          <a:p>
            <a:pPr marL="0" indent="0" algn="r">
              <a:lnSpc>
                <a:spcPts val="1680"/>
              </a:lnSpc>
              <a:buNone/>
            </a:pPr>
            <a:r>
              <a:rPr sz="1200">
                <a:solidFill>
                  <a:srgbClr val="55606B"/>
                </a:solidFill>
                <a:latin typeface="Arial"/>
                <a:ea typeface="Arial"/>
                <a:cs typeface="Arial"/>
              </a:rPr>
              <a:t>2</a:t>
            </a:r>
            <a:endParaRPr sz="1200"/>
          </a:p>
        </p:txBody>
      </p:sp>
    </p:spTree>
    <p:extLst>
      <p:ext uri="{BB962C8B-B14F-4D97-AF65-F5344CB8AC3E}">
        <p14:creationId xmlns:p14="http://schemas.microsoft.com/office/powerpoint/2010/main" val="1342694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B548BBA-51D0-436A-AA97-CE0FCCE9BBB3}"/>
              </a:ext>
            </a:extLst>
          </p:cNvPr>
          <p:cNvSpPr>
            <a:spLocks noGrp="1"/>
          </p:cNvSpPr>
          <p:nvPr/>
        </p:nvSpPr>
        <p:spPr>
          <a:xfrm>
            <a:off x="812800" y="812800"/>
            <a:ext cx="10883392" cy="273050"/>
          </a:xfrm>
          <a:prstGeom prst="rect">
            <a:avLst/>
          </a:prstGeom>
          <a:noFill/>
        </p:spPr>
        <p:txBody>
          <a:bodyPr wrap="square" lIns="0" tIns="0" rIns="0" bIns="0" anchor="t">
            <a:normAutofit/>
          </a:bodyPr>
          <a:lstStyle/>
          <a:p>
            <a:pPr marL="0" indent="0" algn="l">
              <a:lnSpc>
                <a:spcPts val="1960"/>
              </a:lnSpc>
              <a:buNone/>
            </a:pPr>
            <a:r>
              <a:rPr sz="1400" b="1" spc="100">
                <a:solidFill>
                  <a:srgbClr val="176B7B"/>
                </a:solidFill>
                <a:latin typeface="Arial"/>
                <a:ea typeface="Arial"/>
                <a:cs typeface="Arial"/>
              </a:rPr>
              <a:t>2 · LOS DATOS</a:t>
            </a:r>
            <a:endParaRPr sz="1400"/>
          </a:p>
        </p:txBody>
      </p:sp>
      <p:sp>
        <p:nvSpPr>
          <p:cNvPr id="3" name="Text 1">
            <a:extLst>
              <a:ext uri="{FF2B5EF4-FFF2-40B4-BE49-F238E27FC236}">
                <a16:creationId xmlns:a16="http://schemas.microsoft.com/office/drawing/2014/main" id="{37C23967-A36E-403F-9041-9242DF1E9B6C}"/>
              </a:ext>
            </a:extLst>
          </p:cNvPr>
          <p:cNvSpPr>
            <a:spLocks noGrp="1"/>
          </p:cNvSpPr>
          <p:nvPr>
            <p:ph type="title"/>
          </p:nvPr>
        </p:nvSpPr>
        <p:spPr>
          <a:xfrm>
            <a:off x="812800" y="1314450"/>
            <a:ext cx="10883392" cy="444500"/>
          </a:xfrm>
          <a:prstGeom prst="rect">
            <a:avLst/>
          </a:prstGeom>
          <a:noFill/>
        </p:spPr>
        <p:txBody>
          <a:bodyPr wrap="square" lIns="0" tIns="0" rIns="0" bIns="0" anchor="t">
            <a:normAutofit/>
          </a:bodyPr>
          <a:lstStyle/>
          <a:p>
            <a:pPr marL="0" indent="0" algn="l">
              <a:lnSpc>
                <a:spcPts val="3300"/>
              </a:lnSpc>
              <a:buNone/>
            </a:pPr>
            <a:r>
              <a:rPr sz="3000" b="1" i="0">
                <a:solidFill>
                  <a:srgbClr val="16222F"/>
                </a:solidFill>
                <a:latin typeface="Arial"/>
                <a:ea typeface="Arial"/>
                <a:cs typeface="Arial"/>
              </a:rPr>
              <a:t>El Parquet analítico sin 2020 pesa 0,679 GB</a:t>
            </a:r>
            <a:endParaRPr sz="3000"/>
          </a:p>
        </p:txBody>
      </p:sp>
      <p:sp>
        <p:nvSpPr>
          <p:cNvPr id="4" name="Shape 2">
            <a:extLst>
              <a:ext uri="{FF2B5EF4-FFF2-40B4-BE49-F238E27FC236}">
                <a16:creationId xmlns:a16="http://schemas.microsoft.com/office/drawing/2014/main" id="{E11F6259-B794-453B-88DF-167368D15CAC}"/>
              </a:ext>
            </a:extLst>
          </p:cNvPr>
          <p:cNvSpPr>
            <a:spLocks noGrp="1"/>
          </p:cNvSpPr>
          <p:nvPr/>
        </p:nvSpPr>
        <p:spPr>
          <a:xfrm>
            <a:off x="815975" y="1990725"/>
            <a:ext cx="2524125" cy="1250950"/>
          </a:xfrm>
          <a:prstGeom prst="roundRect">
            <a:avLst>
              <a:gd name="adj" fmla="val 7868"/>
            </a:avLst>
          </a:prstGeom>
          <a:solidFill>
            <a:srgbClr val="FBFAF6"/>
          </a:solidFill>
          <a:ln w="6350">
            <a:solidFill>
              <a:srgbClr val="DAD6C8"/>
            </a:solidFill>
            <a:prstDash val="solid"/>
          </a:ln>
        </p:spPr>
        <p:txBody>
          <a:bodyPr/>
          <a:lstStyle/>
          <a:p>
            <a:endParaRPr/>
          </a:p>
        </p:txBody>
      </p:sp>
      <p:sp>
        <p:nvSpPr>
          <p:cNvPr id="5" name="Text 3">
            <a:extLst>
              <a:ext uri="{FF2B5EF4-FFF2-40B4-BE49-F238E27FC236}">
                <a16:creationId xmlns:a16="http://schemas.microsoft.com/office/drawing/2014/main" id="{43C2B290-8315-4788-B9D3-7E0D62DD8312}"/>
              </a:ext>
            </a:extLst>
          </p:cNvPr>
          <p:cNvSpPr>
            <a:spLocks noGrp="1"/>
          </p:cNvSpPr>
          <p:nvPr/>
        </p:nvSpPr>
        <p:spPr>
          <a:xfrm>
            <a:off x="996950" y="2171700"/>
            <a:ext cx="2227040" cy="444500"/>
          </a:xfrm>
          <a:prstGeom prst="rect">
            <a:avLst/>
          </a:prstGeom>
          <a:noFill/>
        </p:spPr>
        <p:txBody>
          <a:bodyPr wrap="square" lIns="0" tIns="0" rIns="0" bIns="0" anchor="t">
            <a:normAutofit/>
          </a:bodyPr>
          <a:lstStyle/>
          <a:p>
            <a:pPr marL="0" indent="0" algn="l">
              <a:lnSpc>
                <a:spcPts val="3300"/>
              </a:lnSpc>
              <a:buNone/>
            </a:pPr>
            <a:r>
              <a:rPr sz="3000" b="1">
                <a:solidFill>
                  <a:srgbClr val="176B7B"/>
                </a:solidFill>
                <a:latin typeface="Arial"/>
                <a:ea typeface="Arial"/>
                <a:cs typeface="Arial"/>
              </a:rPr>
              <a:t>10,21 GB</a:t>
            </a:r>
            <a:endParaRPr sz="3000"/>
          </a:p>
        </p:txBody>
      </p:sp>
      <p:sp>
        <p:nvSpPr>
          <p:cNvPr id="6" name="Text 4">
            <a:extLst>
              <a:ext uri="{FF2B5EF4-FFF2-40B4-BE49-F238E27FC236}">
                <a16:creationId xmlns:a16="http://schemas.microsoft.com/office/drawing/2014/main" id="{D8367096-4CF5-4612-9B19-414618A17FB7}"/>
              </a:ext>
            </a:extLst>
          </p:cNvPr>
          <p:cNvSpPr>
            <a:spLocks noGrp="1"/>
          </p:cNvSpPr>
          <p:nvPr/>
        </p:nvSpPr>
        <p:spPr>
          <a:xfrm>
            <a:off x="996950" y="2641600"/>
            <a:ext cx="2227040" cy="234950"/>
          </a:xfrm>
          <a:prstGeom prst="rect">
            <a:avLst/>
          </a:prstGeom>
          <a:noFill/>
        </p:spPr>
        <p:txBody>
          <a:bodyPr wrap="square" lIns="0" tIns="0" rIns="0" bIns="0" anchor="t">
            <a:normAutofit/>
          </a:bodyPr>
          <a:lstStyle/>
          <a:p>
            <a:pPr marL="0" indent="0" algn="l">
              <a:lnSpc>
                <a:spcPts val="1690"/>
              </a:lnSpc>
              <a:buNone/>
            </a:pPr>
            <a:r>
              <a:rPr sz="1300">
                <a:solidFill>
                  <a:srgbClr val="55606B"/>
                </a:solidFill>
                <a:latin typeface="Arial"/>
                <a:ea typeface="Arial"/>
                <a:cs typeface="Arial"/>
              </a:rPr>
              <a:t>CSV original de Kaggle</a:t>
            </a:r>
            <a:endParaRPr sz="1300"/>
          </a:p>
        </p:txBody>
      </p:sp>
      <p:sp>
        <p:nvSpPr>
          <p:cNvPr id="7" name="Shape 5">
            <a:extLst>
              <a:ext uri="{FF2B5EF4-FFF2-40B4-BE49-F238E27FC236}">
                <a16:creationId xmlns:a16="http://schemas.microsoft.com/office/drawing/2014/main" id="{759A57BD-3144-4F19-8CAB-BD4208B65A75}"/>
              </a:ext>
            </a:extLst>
          </p:cNvPr>
          <p:cNvSpPr>
            <a:spLocks noGrp="1"/>
          </p:cNvSpPr>
          <p:nvPr/>
        </p:nvSpPr>
        <p:spPr>
          <a:xfrm>
            <a:off x="3498850" y="1990725"/>
            <a:ext cx="2524125" cy="1250950"/>
          </a:xfrm>
          <a:prstGeom prst="roundRect">
            <a:avLst>
              <a:gd name="adj" fmla="val 7868"/>
            </a:avLst>
          </a:prstGeom>
          <a:solidFill>
            <a:srgbClr val="FBFAF6"/>
          </a:solidFill>
          <a:ln w="6350">
            <a:solidFill>
              <a:srgbClr val="DAD6C8"/>
            </a:solidFill>
            <a:prstDash val="solid"/>
          </a:ln>
        </p:spPr>
        <p:txBody>
          <a:bodyPr/>
          <a:lstStyle/>
          <a:p>
            <a:endParaRPr/>
          </a:p>
        </p:txBody>
      </p:sp>
      <p:sp>
        <p:nvSpPr>
          <p:cNvPr id="8" name="Text 6">
            <a:extLst>
              <a:ext uri="{FF2B5EF4-FFF2-40B4-BE49-F238E27FC236}">
                <a16:creationId xmlns:a16="http://schemas.microsoft.com/office/drawing/2014/main" id="{34373022-9CCC-4BF8-B7B2-7B9AB851B614}"/>
              </a:ext>
            </a:extLst>
          </p:cNvPr>
          <p:cNvSpPr>
            <a:spLocks noGrp="1"/>
          </p:cNvSpPr>
          <p:nvPr/>
        </p:nvSpPr>
        <p:spPr>
          <a:xfrm>
            <a:off x="3679825" y="2171700"/>
            <a:ext cx="2227040" cy="444500"/>
          </a:xfrm>
          <a:prstGeom prst="rect">
            <a:avLst/>
          </a:prstGeom>
          <a:noFill/>
        </p:spPr>
        <p:txBody>
          <a:bodyPr wrap="square" lIns="0" tIns="0" rIns="0" bIns="0" anchor="t">
            <a:normAutofit/>
          </a:bodyPr>
          <a:lstStyle/>
          <a:p>
            <a:pPr marL="0" indent="0" algn="l">
              <a:lnSpc>
                <a:spcPts val="3300"/>
              </a:lnSpc>
              <a:buNone/>
            </a:pPr>
            <a:r>
              <a:rPr sz="3000" b="1">
                <a:solidFill>
                  <a:srgbClr val="176B7B"/>
                </a:solidFill>
                <a:latin typeface="Arial"/>
                <a:ea typeface="Arial"/>
                <a:cs typeface="Arial"/>
              </a:rPr>
              <a:t>24,17 M</a:t>
            </a:r>
            <a:endParaRPr sz="3000"/>
          </a:p>
        </p:txBody>
      </p:sp>
      <p:sp>
        <p:nvSpPr>
          <p:cNvPr id="9" name="Text 7">
            <a:extLst>
              <a:ext uri="{FF2B5EF4-FFF2-40B4-BE49-F238E27FC236}">
                <a16:creationId xmlns:a16="http://schemas.microsoft.com/office/drawing/2014/main" id="{C2A3ED72-787E-4384-9304-BD4752A811EF}"/>
              </a:ext>
            </a:extLst>
          </p:cNvPr>
          <p:cNvSpPr>
            <a:spLocks noGrp="1"/>
          </p:cNvSpPr>
          <p:nvPr/>
        </p:nvSpPr>
        <p:spPr>
          <a:xfrm>
            <a:off x="3679825" y="2641600"/>
            <a:ext cx="2227040" cy="444500"/>
          </a:xfrm>
          <a:prstGeom prst="rect">
            <a:avLst/>
          </a:prstGeom>
          <a:noFill/>
        </p:spPr>
        <p:txBody>
          <a:bodyPr wrap="square" lIns="0" tIns="0" rIns="0" bIns="0" anchor="t">
            <a:normAutofit/>
          </a:bodyPr>
          <a:lstStyle/>
          <a:p>
            <a:pPr marL="0" indent="0" algn="l">
              <a:lnSpc>
                <a:spcPts val="1690"/>
              </a:lnSpc>
              <a:buNone/>
            </a:pPr>
            <a:r>
              <a:rPr sz="1300">
                <a:solidFill>
                  <a:srgbClr val="55606B"/>
                </a:solidFill>
                <a:latin typeface="Arial"/>
                <a:ea typeface="Arial"/>
                <a:cs typeface="Arial"/>
              </a:rPr>
              <a:t>vuelos sin 2020 y 61 columnas</a:t>
            </a:r>
            <a:endParaRPr sz="1300"/>
          </a:p>
        </p:txBody>
      </p:sp>
      <p:sp>
        <p:nvSpPr>
          <p:cNvPr id="10" name="Shape 8">
            <a:extLst>
              <a:ext uri="{FF2B5EF4-FFF2-40B4-BE49-F238E27FC236}">
                <a16:creationId xmlns:a16="http://schemas.microsoft.com/office/drawing/2014/main" id="{673F5663-0039-4C6C-8566-AC937E04B348}"/>
              </a:ext>
            </a:extLst>
          </p:cNvPr>
          <p:cNvSpPr>
            <a:spLocks noGrp="1"/>
          </p:cNvSpPr>
          <p:nvPr/>
        </p:nvSpPr>
        <p:spPr>
          <a:xfrm>
            <a:off x="6181725" y="1990725"/>
            <a:ext cx="2524125" cy="1250950"/>
          </a:xfrm>
          <a:prstGeom prst="roundRect">
            <a:avLst>
              <a:gd name="adj" fmla="val 7868"/>
            </a:avLst>
          </a:prstGeom>
          <a:solidFill>
            <a:srgbClr val="FBFAF6"/>
          </a:solidFill>
          <a:ln w="6350">
            <a:solidFill>
              <a:srgbClr val="DAD6C8"/>
            </a:solidFill>
            <a:prstDash val="solid"/>
          </a:ln>
        </p:spPr>
        <p:txBody>
          <a:bodyPr/>
          <a:lstStyle/>
          <a:p>
            <a:endParaRPr/>
          </a:p>
        </p:txBody>
      </p:sp>
      <p:sp>
        <p:nvSpPr>
          <p:cNvPr id="11" name="Text 9">
            <a:extLst>
              <a:ext uri="{FF2B5EF4-FFF2-40B4-BE49-F238E27FC236}">
                <a16:creationId xmlns:a16="http://schemas.microsoft.com/office/drawing/2014/main" id="{D8FB97D5-8E2B-4D73-977D-424FA5040978}"/>
              </a:ext>
            </a:extLst>
          </p:cNvPr>
          <p:cNvSpPr>
            <a:spLocks noGrp="1"/>
          </p:cNvSpPr>
          <p:nvPr/>
        </p:nvSpPr>
        <p:spPr>
          <a:xfrm>
            <a:off x="6362700" y="2171700"/>
            <a:ext cx="2227040" cy="444500"/>
          </a:xfrm>
          <a:prstGeom prst="rect">
            <a:avLst/>
          </a:prstGeom>
          <a:noFill/>
        </p:spPr>
        <p:txBody>
          <a:bodyPr wrap="square" lIns="0" tIns="0" rIns="0" bIns="0" anchor="t">
            <a:normAutofit/>
          </a:bodyPr>
          <a:lstStyle/>
          <a:p>
            <a:pPr marL="0" indent="0" algn="l">
              <a:lnSpc>
                <a:spcPts val="3300"/>
              </a:lnSpc>
              <a:buNone/>
            </a:pPr>
            <a:r>
              <a:rPr sz="3000" b="1">
                <a:solidFill>
                  <a:srgbClr val="176B7B"/>
                </a:solidFill>
                <a:latin typeface="Arial"/>
                <a:ea typeface="Arial"/>
                <a:cs typeface="Arial"/>
              </a:rPr>
              <a:t>2018–2022</a:t>
            </a:r>
            <a:endParaRPr sz="3000"/>
          </a:p>
        </p:txBody>
      </p:sp>
      <p:sp>
        <p:nvSpPr>
          <p:cNvPr id="12" name="Text 10">
            <a:extLst>
              <a:ext uri="{FF2B5EF4-FFF2-40B4-BE49-F238E27FC236}">
                <a16:creationId xmlns:a16="http://schemas.microsoft.com/office/drawing/2014/main" id="{77AA44BA-0555-4287-8498-B671E9D1204F}"/>
              </a:ext>
            </a:extLst>
          </p:cNvPr>
          <p:cNvSpPr>
            <a:spLocks noGrp="1"/>
          </p:cNvSpPr>
          <p:nvPr/>
        </p:nvSpPr>
        <p:spPr>
          <a:xfrm>
            <a:off x="6362700" y="2641600"/>
            <a:ext cx="2227040" cy="444500"/>
          </a:xfrm>
          <a:prstGeom prst="rect">
            <a:avLst/>
          </a:prstGeom>
          <a:noFill/>
        </p:spPr>
        <p:txBody>
          <a:bodyPr wrap="square" lIns="0" tIns="0" rIns="0" bIns="0" anchor="t">
            <a:normAutofit/>
          </a:bodyPr>
          <a:lstStyle/>
          <a:p>
            <a:pPr marL="0" indent="0" algn="l">
              <a:lnSpc>
                <a:spcPts val="1690"/>
              </a:lnSpc>
              <a:buNone/>
            </a:pPr>
            <a:r>
              <a:rPr sz="1300">
                <a:solidFill>
                  <a:srgbClr val="55606B"/>
                </a:solidFill>
                <a:latin typeface="Arial"/>
                <a:ea typeface="Arial"/>
                <a:cs typeface="Arial"/>
              </a:rPr>
              <a:t>de enero de 2018 a julio de 2022</a:t>
            </a:r>
            <a:endParaRPr sz="1300"/>
          </a:p>
        </p:txBody>
      </p:sp>
      <p:sp>
        <p:nvSpPr>
          <p:cNvPr id="13" name="Shape 11">
            <a:extLst>
              <a:ext uri="{FF2B5EF4-FFF2-40B4-BE49-F238E27FC236}">
                <a16:creationId xmlns:a16="http://schemas.microsoft.com/office/drawing/2014/main" id="{C02F2BF8-8936-4DE5-A6EE-5DBDB2E7BD47}"/>
              </a:ext>
            </a:extLst>
          </p:cNvPr>
          <p:cNvSpPr>
            <a:spLocks noGrp="1"/>
          </p:cNvSpPr>
          <p:nvPr/>
        </p:nvSpPr>
        <p:spPr>
          <a:xfrm>
            <a:off x="8861425" y="1987550"/>
            <a:ext cx="2517775" cy="1257300"/>
          </a:xfrm>
          <a:prstGeom prst="roundRect">
            <a:avLst>
              <a:gd name="adj" fmla="val 8081"/>
            </a:avLst>
          </a:prstGeom>
          <a:solidFill>
            <a:srgbClr val="13243B"/>
          </a:solidFill>
        </p:spPr>
        <p:txBody>
          <a:bodyPr/>
          <a:lstStyle/>
          <a:p>
            <a:endParaRPr/>
          </a:p>
        </p:txBody>
      </p:sp>
      <p:sp>
        <p:nvSpPr>
          <p:cNvPr id="14" name="Text 12">
            <a:extLst>
              <a:ext uri="{FF2B5EF4-FFF2-40B4-BE49-F238E27FC236}">
                <a16:creationId xmlns:a16="http://schemas.microsoft.com/office/drawing/2014/main" id="{6472D300-211F-45AF-92D5-256476FF77A5}"/>
              </a:ext>
            </a:extLst>
          </p:cNvPr>
          <p:cNvSpPr>
            <a:spLocks noGrp="1"/>
          </p:cNvSpPr>
          <p:nvPr/>
        </p:nvSpPr>
        <p:spPr>
          <a:xfrm>
            <a:off x="9039225" y="2165350"/>
            <a:ext cx="2227040" cy="444500"/>
          </a:xfrm>
          <a:prstGeom prst="rect">
            <a:avLst/>
          </a:prstGeom>
          <a:noFill/>
        </p:spPr>
        <p:txBody>
          <a:bodyPr wrap="square" lIns="0" tIns="0" rIns="0" bIns="0" anchor="t">
            <a:normAutofit/>
          </a:bodyPr>
          <a:lstStyle/>
          <a:p>
            <a:pPr marL="0" indent="0" algn="l">
              <a:lnSpc>
                <a:spcPts val="3300"/>
              </a:lnSpc>
              <a:buNone/>
            </a:pPr>
            <a:r>
              <a:rPr sz="3000" b="1">
                <a:solidFill>
                  <a:srgbClr val="E9A23B"/>
                </a:solidFill>
                <a:latin typeface="Arial"/>
                <a:ea typeface="Arial"/>
                <a:cs typeface="Arial"/>
              </a:rPr>
              <a:t>0,679 GB</a:t>
            </a:r>
            <a:endParaRPr sz="3000"/>
          </a:p>
        </p:txBody>
      </p:sp>
      <p:sp>
        <p:nvSpPr>
          <p:cNvPr id="15" name="Text 13">
            <a:extLst>
              <a:ext uri="{FF2B5EF4-FFF2-40B4-BE49-F238E27FC236}">
                <a16:creationId xmlns:a16="http://schemas.microsoft.com/office/drawing/2014/main" id="{F542DF5D-109E-4CAA-A227-7D705156E89E}"/>
              </a:ext>
            </a:extLst>
          </p:cNvPr>
          <p:cNvSpPr>
            <a:spLocks noGrp="1"/>
          </p:cNvSpPr>
          <p:nvPr/>
        </p:nvSpPr>
        <p:spPr>
          <a:xfrm>
            <a:off x="9039225" y="2635250"/>
            <a:ext cx="2227040" cy="444500"/>
          </a:xfrm>
          <a:prstGeom prst="rect">
            <a:avLst/>
          </a:prstGeom>
          <a:noFill/>
        </p:spPr>
        <p:txBody>
          <a:bodyPr wrap="square" lIns="0" tIns="0" rIns="0" bIns="0" anchor="t">
            <a:normAutofit/>
          </a:bodyPr>
          <a:lstStyle/>
          <a:p>
            <a:pPr marL="0" indent="0" algn="l">
              <a:lnSpc>
                <a:spcPts val="1690"/>
              </a:lnSpc>
              <a:buNone/>
            </a:pPr>
            <a:r>
              <a:rPr sz="1300">
                <a:solidFill>
                  <a:srgbClr val="B8C4D2"/>
                </a:solidFill>
                <a:latin typeface="Arial"/>
                <a:ea typeface="Arial"/>
                <a:cs typeface="Arial"/>
              </a:rPr>
              <a:t>Parquet analítico sin 2020</a:t>
            </a:r>
            <a:endParaRPr sz="1300"/>
          </a:p>
        </p:txBody>
      </p:sp>
      <p:sp>
        <p:nvSpPr>
          <p:cNvPr id="16" name="Text 14">
            <a:extLst>
              <a:ext uri="{FF2B5EF4-FFF2-40B4-BE49-F238E27FC236}">
                <a16:creationId xmlns:a16="http://schemas.microsoft.com/office/drawing/2014/main" id="{E47EF85D-B1A4-4873-8935-11FBA343A6C9}"/>
              </a:ext>
            </a:extLst>
          </p:cNvPr>
          <p:cNvSpPr>
            <a:spLocks noGrp="1"/>
          </p:cNvSpPr>
          <p:nvPr/>
        </p:nvSpPr>
        <p:spPr>
          <a:xfrm>
            <a:off x="812800" y="3498850"/>
            <a:ext cx="10883392" cy="292100"/>
          </a:xfrm>
          <a:prstGeom prst="rect">
            <a:avLst/>
          </a:prstGeom>
          <a:noFill/>
        </p:spPr>
        <p:txBody>
          <a:bodyPr wrap="square" lIns="0" tIns="0" rIns="0" bIns="0" anchor="t">
            <a:normAutofit/>
          </a:bodyPr>
          <a:lstStyle/>
          <a:p>
            <a:pPr marL="0" indent="0" algn="l">
              <a:lnSpc>
                <a:spcPts val="2100"/>
              </a:lnSpc>
              <a:buNone/>
            </a:pPr>
            <a:r>
              <a:rPr sz="1500" b="1">
                <a:solidFill>
                  <a:srgbClr val="55606B"/>
                </a:solidFill>
                <a:latin typeface="Arial"/>
                <a:ea typeface="Arial"/>
                <a:cs typeface="Arial"/>
              </a:rPr>
              <a:t>Cómo lo resolvimos</a:t>
            </a:r>
            <a:endParaRPr sz="1500"/>
          </a:p>
        </p:txBody>
      </p:sp>
      <p:sp>
        <p:nvSpPr>
          <p:cNvPr id="17" name="Shape 15">
            <a:extLst>
              <a:ext uri="{FF2B5EF4-FFF2-40B4-BE49-F238E27FC236}">
                <a16:creationId xmlns:a16="http://schemas.microsoft.com/office/drawing/2014/main" id="{5F5F5EDB-BDB4-4230-B2B8-D1EA63857F3B}"/>
              </a:ext>
            </a:extLst>
          </p:cNvPr>
          <p:cNvSpPr>
            <a:spLocks noGrp="1"/>
          </p:cNvSpPr>
          <p:nvPr/>
        </p:nvSpPr>
        <p:spPr>
          <a:xfrm>
            <a:off x="815975" y="4022725"/>
            <a:ext cx="2254250" cy="1257300"/>
          </a:xfrm>
          <a:prstGeom prst="roundRect">
            <a:avLst>
              <a:gd name="adj" fmla="val 7828"/>
            </a:avLst>
          </a:prstGeom>
          <a:solidFill>
            <a:srgbClr val="FBFAF6"/>
          </a:solidFill>
          <a:ln w="6350">
            <a:solidFill>
              <a:srgbClr val="DAD6C8"/>
            </a:solidFill>
            <a:prstDash val="solid"/>
          </a:ln>
        </p:spPr>
        <p:txBody>
          <a:bodyPr/>
          <a:lstStyle/>
          <a:p>
            <a:endParaRPr/>
          </a:p>
        </p:txBody>
      </p:sp>
      <p:sp>
        <p:nvSpPr>
          <p:cNvPr id="18" name="Text 16">
            <a:extLst>
              <a:ext uri="{FF2B5EF4-FFF2-40B4-BE49-F238E27FC236}">
                <a16:creationId xmlns:a16="http://schemas.microsoft.com/office/drawing/2014/main" id="{224152D1-6AFE-4D6C-976E-8324F69A85B8}"/>
              </a:ext>
            </a:extLst>
          </p:cNvPr>
          <p:cNvSpPr>
            <a:spLocks noGrp="1"/>
          </p:cNvSpPr>
          <p:nvPr/>
        </p:nvSpPr>
        <p:spPr>
          <a:xfrm>
            <a:off x="971550" y="4178300"/>
            <a:ext cx="2001393" cy="234950"/>
          </a:xfrm>
          <a:prstGeom prst="rect">
            <a:avLst/>
          </a:prstGeom>
          <a:noFill/>
        </p:spPr>
        <p:txBody>
          <a:bodyPr wrap="square" lIns="0" tIns="0" rIns="0" bIns="0" anchor="t">
            <a:normAutofit/>
          </a:bodyPr>
          <a:lstStyle/>
          <a:p>
            <a:pPr marL="0" indent="0" algn="l">
              <a:lnSpc>
                <a:spcPts val="1680"/>
              </a:lnSpc>
              <a:buNone/>
            </a:pPr>
            <a:r>
              <a:rPr sz="1200" b="1">
                <a:solidFill>
                  <a:srgbClr val="176B7B"/>
                </a:solidFill>
                <a:latin typeface="Arial"/>
                <a:ea typeface="Arial"/>
                <a:cs typeface="Arial"/>
              </a:rPr>
              <a:t>1 · Origen</a:t>
            </a:r>
            <a:endParaRPr sz="1200"/>
          </a:p>
        </p:txBody>
      </p:sp>
      <p:sp>
        <p:nvSpPr>
          <p:cNvPr id="19" name="Text 17">
            <a:extLst>
              <a:ext uri="{FF2B5EF4-FFF2-40B4-BE49-F238E27FC236}">
                <a16:creationId xmlns:a16="http://schemas.microsoft.com/office/drawing/2014/main" id="{AF4DB694-4EA5-4369-8EA3-5A99CC513834}"/>
              </a:ext>
            </a:extLst>
          </p:cNvPr>
          <p:cNvSpPr>
            <a:spLocks noGrp="1"/>
          </p:cNvSpPr>
          <p:nvPr/>
        </p:nvSpPr>
        <p:spPr>
          <a:xfrm>
            <a:off x="971550" y="4438650"/>
            <a:ext cx="2001393" cy="711200"/>
          </a:xfrm>
          <a:prstGeom prst="rect">
            <a:avLst/>
          </a:prstGeom>
          <a:noFill/>
        </p:spPr>
        <p:txBody>
          <a:bodyPr wrap="square" lIns="0" tIns="0" rIns="0" bIns="0" anchor="t">
            <a:normAutofit/>
          </a:bodyPr>
          <a:lstStyle/>
          <a:p>
            <a:pPr marL="0" indent="0" algn="l">
              <a:lnSpc>
                <a:spcPts val="1820"/>
              </a:lnSpc>
              <a:buNone/>
            </a:pPr>
            <a:r>
              <a:rPr sz="1400">
                <a:solidFill>
                  <a:srgbClr val="16222F"/>
                </a:solidFill>
                <a:latin typeface="Arial"/>
                <a:ea typeface="Arial"/>
                <a:cs typeface="Arial"/>
              </a:rPr>
              <a:t>CSV de 10,21 GB, demasiado grande para abrirlo</a:t>
            </a:r>
            <a:endParaRPr sz="1400"/>
          </a:p>
        </p:txBody>
      </p:sp>
      <p:pic>
        <p:nvPicPr>
          <p:cNvPr id="20" name="Image 0">
            <a:extLst>
              <a:ext uri="{FF2B5EF4-FFF2-40B4-BE49-F238E27FC236}">
                <a16:creationId xmlns:a16="http://schemas.microsoft.com/office/drawing/2014/main" id="{F146544B-4A28-4FBB-B06B-59F0F6B74CCF}"/>
              </a:ext>
            </a:extLst>
          </p:cNvPr>
          <p:cNvPicPr>
            <a:picLocks noChangeAspect="1"/>
          </p:cNvPicPr>
          <p:nvPr/>
        </p:nvPicPr>
        <p:blipFill>
          <a:blip r:embed="rId3"/>
          <a:srcRect/>
          <a:stretch/>
        </p:blipFill>
        <p:spPr>
          <a:xfrm>
            <a:off x="3175000" y="4549775"/>
            <a:ext cx="304800" cy="203200"/>
          </a:xfrm>
          <a:prstGeom prst="rect">
            <a:avLst/>
          </a:prstGeom>
        </p:spPr>
      </p:pic>
      <p:sp>
        <p:nvSpPr>
          <p:cNvPr id="21" name="Shape 18">
            <a:extLst>
              <a:ext uri="{FF2B5EF4-FFF2-40B4-BE49-F238E27FC236}">
                <a16:creationId xmlns:a16="http://schemas.microsoft.com/office/drawing/2014/main" id="{2FAD0061-7C09-47F5-8507-4603E6BE6133}"/>
              </a:ext>
            </a:extLst>
          </p:cNvPr>
          <p:cNvSpPr>
            <a:spLocks noGrp="1"/>
          </p:cNvSpPr>
          <p:nvPr/>
        </p:nvSpPr>
        <p:spPr>
          <a:xfrm>
            <a:off x="3584575" y="4022725"/>
            <a:ext cx="2254250" cy="1257300"/>
          </a:xfrm>
          <a:prstGeom prst="roundRect">
            <a:avLst>
              <a:gd name="adj" fmla="val 7828"/>
            </a:avLst>
          </a:prstGeom>
          <a:solidFill>
            <a:srgbClr val="FBFAF6"/>
          </a:solidFill>
          <a:ln w="6350">
            <a:solidFill>
              <a:srgbClr val="DAD6C8"/>
            </a:solidFill>
            <a:prstDash val="solid"/>
          </a:ln>
        </p:spPr>
        <p:txBody>
          <a:bodyPr/>
          <a:lstStyle/>
          <a:p>
            <a:endParaRPr/>
          </a:p>
        </p:txBody>
      </p:sp>
      <p:sp>
        <p:nvSpPr>
          <p:cNvPr id="22" name="Text 19">
            <a:extLst>
              <a:ext uri="{FF2B5EF4-FFF2-40B4-BE49-F238E27FC236}">
                <a16:creationId xmlns:a16="http://schemas.microsoft.com/office/drawing/2014/main" id="{63E653DA-1883-4410-A586-466F71DA8440}"/>
              </a:ext>
            </a:extLst>
          </p:cNvPr>
          <p:cNvSpPr>
            <a:spLocks noGrp="1"/>
          </p:cNvSpPr>
          <p:nvPr/>
        </p:nvSpPr>
        <p:spPr>
          <a:xfrm>
            <a:off x="3740150" y="4178300"/>
            <a:ext cx="2001393" cy="234950"/>
          </a:xfrm>
          <a:prstGeom prst="rect">
            <a:avLst/>
          </a:prstGeom>
          <a:noFill/>
        </p:spPr>
        <p:txBody>
          <a:bodyPr wrap="square" lIns="0" tIns="0" rIns="0" bIns="0" anchor="t">
            <a:normAutofit/>
          </a:bodyPr>
          <a:lstStyle/>
          <a:p>
            <a:pPr marL="0" indent="0" algn="l">
              <a:lnSpc>
                <a:spcPts val="1680"/>
              </a:lnSpc>
              <a:buNone/>
            </a:pPr>
            <a:r>
              <a:rPr sz="1200" b="1">
                <a:solidFill>
                  <a:srgbClr val="176B7B"/>
                </a:solidFill>
                <a:latin typeface="Arial"/>
                <a:ea typeface="Arial"/>
                <a:cs typeface="Arial"/>
              </a:rPr>
              <a:t>2 · Parquet</a:t>
            </a:r>
            <a:endParaRPr sz="1200"/>
          </a:p>
        </p:txBody>
      </p:sp>
      <p:sp>
        <p:nvSpPr>
          <p:cNvPr id="23" name="Text 20">
            <a:extLst>
              <a:ext uri="{FF2B5EF4-FFF2-40B4-BE49-F238E27FC236}">
                <a16:creationId xmlns:a16="http://schemas.microsoft.com/office/drawing/2014/main" id="{DA5F4BC2-95A5-4E4A-84ED-700475612728}"/>
              </a:ext>
            </a:extLst>
          </p:cNvPr>
          <p:cNvSpPr>
            <a:spLocks noGrp="1"/>
          </p:cNvSpPr>
          <p:nvPr/>
        </p:nvSpPr>
        <p:spPr>
          <a:xfrm>
            <a:off x="3740150" y="4438650"/>
            <a:ext cx="2001393" cy="711200"/>
          </a:xfrm>
          <a:prstGeom prst="rect">
            <a:avLst/>
          </a:prstGeom>
          <a:noFill/>
        </p:spPr>
        <p:txBody>
          <a:bodyPr wrap="square" lIns="0" tIns="0" rIns="0" bIns="0" anchor="t">
            <a:normAutofit/>
          </a:bodyPr>
          <a:lstStyle/>
          <a:p>
            <a:pPr marL="0" indent="0" algn="l">
              <a:lnSpc>
                <a:spcPts val="1820"/>
              </a:lnSpc>
              <a:buNone/>
            </a:pPr>
            <a:r>
              <a:rPr sz="1400">
                <a:solidFill>
                  <a:srgbClr val="16222F"/>
                </a:solidFill>
                <a:latin typeface="Arial"/>
                <a:ea typeface="Arial"/>
                <a:cs typeface="Arial"/>
              </a:rPr>
              <a:t>Lectura por bloques de 8 MB; formato columnar, comprimido y verificado</a:t>
            </a:r>
            <a:endParaRPr sz="1400"/>
          </a:p>
        </p:txBody>
      </p:sp>
      <p:pic>
        <p:nvPicPr>
          <p:cNvPr id="24" name="Image 1">
            <a:extLst>
              <a:ext uri="{FF2B5EF4-FFF2-40B4-BE49-F238E27FC236}">
                <a16:creationId xmlns:a16="http://schemas.microsoft.com/office/drawing/2014/main" id="{46D25319-6EB8-41E7-ABFF-5EAAF42F6FD2}"/>
              </a:ext>
            </a:extLst>
          </p:cNvPr>
          <p:cNvPicPr>
            <a:picLocks noChangeAspect="1"/>
          </p:cNvPicPr>
          <p:nvPr/>
        </p:nvPicPr>
        <p:blipFill>
          <a:blip r:embed="rId3"/>
          <a:srcRect/>
          <a:stretch/>
        </p:blipFill>
        <p:spPr>
          <a:xfrm>
            <a:off x="5943600" y="4549775"/>
            <a:ext cx="304800" cy="203200"/>
          </a:xfrm>
          <a:prstGeom prst="rect">
            <a:avLst/>
          </a:prstGeom>
        </p:spPr>
      </p:pic>
      <p:sp>
        <p:nvSpPr>
          <p:cNvPr id="25" name="Shape 21">
            <a:extLst>
              <a:ext uri="{FF2B5EF4-FFF2-40B4-BE49-F238E27FC236}">
                <a16:creationId xmlns:a16="http://schemas.microsoft.com/office/drawing/2014/main" id="{DDD749A5-5373-48E6-941A-A30012AF9003}"/>
              </a:ext>
            </a:extLst>
          </p:cNvPr>
          <p:cNvSpPr>
            <a:spLocks noGrp="1"/>
          </p:cNvSpPr>
          <p:nvPr/>
        </p:nvSpPr>
        <p:spPr>
          <a:xfrm>
            <a:off x="6353175" y="4022725"/>
            <a:ext cx="2254250" cy="1257300"/>
          </a:xfrm>
          <a:prstGeom prst="roundRect">
            <a:avLst>
              <a:gd name="adj" fmla="val 7828"/>
            </a:avLst>
          </a:prstGeom>
          <a:solidFill>
            <a:srgbClr val="FBFAF6"/>
          </a:solidFill>
          <a:ln w="6350">
            <a:solidFill>
              <a:srgbClr val="DAD6C8"/>
            </a:solidFill>
            <a:prstDash val="solid"/>
          </a:ln>
        </p:spPr>
        <p:txBody>
          <a:bodyPr/>
          <a:lstStyle/>
          <a:p>
            <a:endParaRPr/>
          </a:p>
        </p:txBody>
      </p:sp>
      <p:sp>
        <p:nvSpPr>
          <p:cNvPr id="26" name="Text 22">
            <a:extLst>
              <a:ext uri="{FF2B5EF4-FFF2-40B4-BE49-F238E27FC236}">
                <a16:creationId xmlns:a16="http://schemas.microsoft.com/office/drawing/2014/main" id="{832F92AB-643D-4FDC-93B1-5E7E21B1D85A}"/>
              </a:ext>
            </a:extLst>
          </p:cNvPr>
          <p:cNvSpPr>
            <a:spLocks noGrp="1"/>
          </p:cNvSpPr>
          <p:nvPr/>
        </p:nvSpPr>
        <p:spPr>
          <a:xfrm>
            <a:off x="6508750" y="4178300"/>
            <a:ext cx="2001393" cy="234950"/>
          </a:xfrm>
          <a:prstGeom prst="rect">
            <a:avLst/>
          </a:prstGeom>
          <a:noFill/>
        </p:spPr>
        <p:txBody>
          <a:bodyPr wrap="square" lIns="0" tIns="0" rIns="0" bIns="0" anchor="t">
            <a:normAutofit/>
          </a:bodyPr>
          <a:lstStyle/>
          <a:p>
            <a:pPr marL="0" indent="0" algn="l">
              <a:lnSpc>
                <a:spcPts val="1680"/>
              </a:lnSpc>
              <a:buNone/>
            </a:pPr>
            <a:r>
              <a:rPr sz="1200" b="1">
                <a:solidFill>
                  <a:srgbClr val="176B7B"/>
                </a:solidFill>
                <a:latin typeface="Arial"/>
                <a:ea typeface="Arial"/>
                <a:cs typeface="Arial"/>
              </a:rPr>
              <a:t>3 · DuckDB</a:t>
            </a:r>
            <a:endParaRPr sz="1200"/>
          </a:p>
        </p:txBody>
      </p:sp>
      <p:sp>
        <p:nvSpPr>
          <p:cNvPr id="27" name="Text 23">
            <a:extLst>
              <a:ext uri="{FF2B5EF4-FFF2-40B4-BE49-F238E27FC236}">
                <a16:creationId xmlns:a16="http://schemas.microsoft.com/office/drawing/2014/main" id="{BBC07654-0F18-433A-A839-F9E484508AF0}"/>
              </a:ext>
            </a:extLst>
          </p:cNvPr>
          <p:cNvSpPr>
            <a:spLocks noGrp="1"/>
          </p:cNvSpPr>
          <p:nvPr/>
        </p:nvSpPr>
        <p:spPr>
          <a:xfrm>
            <a:off x="6508750" y="4438650"/>
            <a:ext cx="2001393" cy="711200"/>
          </a:xfrm>
          <a:prstGeom prst="rect">
            <a:avLst/>
          </a:prstGeom>
          <a:noFill/>
        </p:spPr>
        <p:txBody>
          <a:bodyPr wrap="square" lIns="0" tIns="0" rIns="0" bIns="0" anchor="t">
            <a:normAutofit/>
          </a:bodyPr>
          <a:lstStyle/>
          <a:p>
            <a:pPr marL="0" indent="0" algn="l">
              <a:lnSpc>
                <a:spcPts val="1820"/>
              </a:lnSpc>
              <a:buNone/>
            </a:pPr>
            <a:r>
              <a:rPr sz="1400">
                <a:solidFill>
                  <a:srgbClr val="16222F"/>
                </a:solidFill>
                <a:latin typeface="Arial"/>
                <a:ea typeface="Arial"/>
                <a:cs typeface="Arial"/>
              </a:rPr>
              <a:t>Consultas sin cargar todo el archivo (512 MB de RAM)</a:t>
            </a:r>
            <a:endParaRPr sz="1400"/>
          </a:p>
        </p:txBody>
      </p:sp>
      <p:pic>
        <p:nvPicPr>
          <p:cNvPr id="28" name="Image 2">
            <a:extLst>
              <a:ext uri="{FF2B5EF4-FFF2-40B4-BE49-F238E27FC236}">
                <a16:creationId xmlns:a16="http://schemas.microsoft.com/office/drawing/2014/main" id="{13D10C93-ABF7-4CDB-90C8-2EC5046AD79D}"/>
              </a:ext>
            </a:extLst>
          </p:cNvPr>
          <p:cNvPicPr>
            <a:picLocks noChangeAspect="1"/>
          </p:cNvPicPr>
          <p:nvPr/>
        </p:nvPicPr>
        <p:blipFill>
          <a:blip r:embed="rId3"/>
          <a:srcRect/>
          <a:stretch/>
        </p:blipFill>
        <p:spPr>
          <a:xfrm>
            <a:off x="8712200" y="4549775"/>
            <a:ext cx="304800" cy="203200"/>
          </a:xfrm>
          <a:prstGeom prst="rect">
            <a:avLst/>
          </a:prstGeom>
        </p:spPr>
      </p:pic>
      <p:sp>
        <p:nvSpPr>
          <p:cNvPr id="29" name="Shape 24">
            <a:extLst>
              <a:ext uri="{FF2B5EF4-FFF2-40B4-BE49-F238E27FC236}">
                <a16:creationId xmlns:a16="http://schemas.microsoft.com/office/drawing/2014/main" id="{3A993C32-06F7-41A9-8EB6-68FAD6BE7FFA}"/>
              </a:ext>
            </a:extLst>
          </p:cNvPr>
          <p:cNvSpPr>
            <a:spLocks noGrp="1"/>
          </p:cNvSpPr>
          <p:nvPr/>
        </p:nvSpPr>
        <p:spPr>
          <a:xfrm>
            <a:off x="9121775" y="4022725"/>
            <a:ext cx="2254250" cy="1257300"/>
          </a:xfrm>
          <a:prstGeom prst="roundRect">
            <a:avLst>
              <a:gd name="adj" fmla="val 7828"/>
            </a:avLst>
          </a:prstGeom>
          <a:solidFill>
            <a:srgbClr val="FBFAF6"/>
          </a:solidFill>
          <a:ln w="6350">
            <a:solidFill>
              <a:srgbClr val="DAD6C8"/>
            </a:solidFill>
            <a:prstDash val="solid"/>
          </a:ln>
        </p:spPr>
        <p:txBody>
          <a:bodyPr/>
          <a:lstStyle/>
          <a:p>
            <a:endParaRPr/>
          </a:p>
        </p:txBody>
      </p:sp>
      <p:sp>
        <p:nvSpPr>
          <p:cNvPr id="30" name="Text 25">
            <a:extLst>
              <a:ext uri="{FF2B5EF4-FFF2-40B4-BE49-F238E27FC236}">
                <a16:creationId xmlns:a16="http://schemas.microsoft.com/office/drawing/2014/main" id="{EB1AEC3E-EDD8-4FE2-8718-34E6E434D0C7}"/>
              </a:ext>
            </a:extLst>
          </p:cNvPr>
          <p:cNvSpPr>
            <a:spLocks noGrp="1"/>
          </p:cNvSpPr>
          <p:nvPr/>
        </p:nvSpPr>
        <p:spPr>
          <a:xfrm>
            <a:off x="9277350" y="4178300"/>
            <a:ext cx="2001393" cy="234950"/>
          </a:xfrm>
          <a:prstGeom prst="rect">
            <a:avLst/>
          </a:prstGeom>
          <a:noFill/>
        </p:spPr>
        <p:txBody>
          <a:bodyPr wrap="square" lIns="0" tIns="0" rIns="0" bIns="0" anchor="t">
            <a:normAutofit/>
          </a:bodyPr>
          <a:lstStyle/>
          <a:p>
            <a:pPr marL="0" indent="0" algn="l">
              <a:lnSpc>
                <a:spcPts val="1680"/>
              </a:lnSpc>
              <a:buNone/>
            </a:pPr>
            <a:r>
              <a:rPr sz="1200" b="1">
                <a:solidFill>
                  <a:srgbClr val="176B7B"/>
                </a:solidFill>
                <a:latin typeface="Arial"/>
                <a:ea typeface="Arial"/>
                <a:cs typeface="Arial"/>
              </a:rPr>
              <a:t>4 · Resultado</a:t>
            </a:r>
            <a:endParaRPr sz="1200"/>
          </a:p>
        </p:txBody>
      </p:sp>
      <p:sp>
        <p:nvSpPr>
          <p:cNvPr id="31" name="Text 26">
            <a:extLst>
              <a:ext uri="{FF2B5EF4-FFF2-40B4-BE49-F238E27FC236}">
                <a16:creationId xmlns:a16="http://schemas.microsoft.com/office/drawing/2014/main" id="{F60C1328-A69B-4875-8709-6AD8EB03DF43}"/>
              </a:ext>
            </a:extLst>
          </p:cNvPr>
          <p:cNvSpPr>
            <a:spLocks noGrp="1"/>
          </p:cNvSpPr>
          <p:nvPr/>
        </p:nvSpPr>
        <p:spPr>
          <a:xfrm>
            <a:off x="9277350" y="4438650"/>
            <a:ext cx="2001393" cy="482600"/>
          </a:xfrm>
          <a:prstGeom prst="rect">
            <a:avLst/>
          </a:prstGeom>
          <a:noFill/>
        </p:spPr>
        <p:txBody>
          <a:bodyPr wrap="square" lIns="0" tIns="0" rIns="0" bIns="0" anchor="t">
            <a:normAutofit/>
          </a:bodyPr>
          <a:lstStyle/>
          <a:p>
            <a:pPr marL="0" indent="0" algn="l">
              <a:lnSpc>
                <a:spcPts val="1820"/>
              </a:lnSpc>
              <a:buNone/>
            </a:pPr>
            <a:r>
              <a:rPr sz="1400">
                <a:solidFill>
                  <a:srgbClr val="16222F"/>
                </a:solidFill>
                <a:latin typeface="Arial"/>
                <a:ea typeface="Arial"/>
                <a:cs typeface="Arial"/>
              </a:rPr>
              <a:t>43 archivos mensuales de vuelos con etiqueta válida</a:t>
            </a:r>
            <a:endParaRPr sz="1400"/>
          </a:p>
        </p:txBody>
      </p:sp>
      <p:sp>
        <p:nvSpPr>
          <p:cNvPr id="32" name="Text 27">
            <a:extLst>
              <a:ext uri="{FF2B5EF4-FFF2-40B4-BE49-F238E27FC236}">
                <a16:creationId xmlns:a16="http://schemas.microsoft.com/office/drawing/2014/main" id="{2E55E085-C4F6-46FD-8124-E573E9EA9294}"/>
              </a:ext>
            </a:extLst>
          </p:cNvPr>
          <p:cNvSpPr>
            <a:spLocks noGrp="1"/>
          </p:cNvSpPr>
          <p:nvPr/>
        </p:nvSpPr>
        <p:spPr>
          <a:xfrm>
            <a:off x="812800" y="6242050"/>
            <a:ext cx="8502650" cy="234950"/>
          </a:xfrm>
          <a:prstGeom prst="rect">
            <a:avLst/>
          </a:prstGeom>
          <a:noFill/>
        </p:spPr>
        <p:txBody>
          <a:bodyPr wrap="square" lIns="0" tIns="0" rIns="0" bIns="0" anchor="t">
            <a:normAutofit/>
          </a:bodyPr>
          <a:lstStyle/>
          <a:p>
            <a:pPr marL="0" indent="0" algn="l">
              <a:lnSpc>
                <a:spcPts val="1680"/>
              </a:lnSpc>
              <a:buNone/>
            </a:pPr>
            <a:r>
              <a:rPr sz="900">
                <a:solidFill>
                  <a:srgbClr val="55606B"/>
                </a:solidFill>
                <a:latin typeface="Arial"/>
                <a:ea typeface="Arial"/>
                <a:cs typeface="Arial"/>
              </a:rPr>
              <a:t>Fuente: Kaggle y recálculo de octubre de 2026. Reducción de 93,36 %: filtro de 2020 y conversión a Parquet.</a:t>
            </a:r>
            <a:endParaRPr sz="1200"/>
          </a:p>
        </p:txBody>
      </p:sp>
      <p:sp>
        <p:nvSpPr>
          <p:cNvPr id="33" name="Text 28">
            <a:extLst>
              <a:ext uri="{FF2B5EF4-FFF2-40B4-BE49-F238E27FC236}">
                <a16:creationId xmlns:a16="http://schemas.microsoft.com/office/drawing/2014/main" id="{99C8B44C-C2BB-4A0C-85C8-055B6C9FCD69}"/>
              </a:ext>
            </a:extLst>
          </p:cNvPr>
          <p:cNvSpPr>
            <a:spLocks noGrp="1"/>
          </p:cNvSpPr>
          <p:nvPr/>
        </p:nvSpPr>
        <p:spPr>
          <a:xfrm>
            <a:off x="10058400" y="6242050"/>
            <a:ext cx="1320800" cy="234950"/>
          </a:xfrm>
          <a:prstGeom prst="rect">
            <a:avLst/>
          </a:prstGeom>
          <a:noFill/>
        </p:spPr>
        <p:txBody>
          <a:bodyPr wrap="square" lIns="0" tIns="0" rIns="0" bIns="0" anchor="t">
            <a:normAutofit/>
          </a:bodyPr>
          <a:lstStyle/>
          <a:p>
            <a:pPr marL="0" indent="0" algn="r">
              <a:lnSpc>
                <a:spcPts val="1680"/>
              </a:lnSpc>
              <a:buNone/>
            </a:pPr>
            <a:r>
              <a:rPr sz="1200">
                <a:solidFill>
                  <a:srgbClr val="55606B"/>
                </a:solidFill>
                <a:latin typeface="Arial"/>
                <a:ea typeface="Arial"/>
                <a:cs typeface="Arial"/>
              </a:rPr>
              <a:t>3</a:t>
            </a:r>
            <a:endParaRPr sz="1200"/>
          </a:p>
        </p:txBody>
      </p:sp>
    </p:spTree>
    <p:extLst>
      <p:ext uri="{BB962C8B-B14F-4D97-AF65-F5344CB8AC3E}">
        <p14:creationId xmlns:p14="http://schemas.microsoft.com/office/powerpoint/2010/main" val="1616534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8923736-8082-43BF-9289-491CDE148DE4}"/>
              </a:ext>
            </a:extLst>
          </p:cNvPr>
          <p:cNvSpPr>
            <a:spLocks noGrp="1"/>
          </p:cNvSpPr>
          <p:nvPr/>
        </p:nvSpPr>
        <p:spPr>
          <a:xfrm>
            <a:off x="812800" y="812800"/>
            <a:ext cx="10883392" cy="269974"/>
          </a:xfrm>
          <a:prstGeom prst="rect">
            <a:avLst/>
          </a:prstGeom>
          <a:noFill/>
        </p:spPr>
        <p:txBody>
          <a:bodyPr wrap="square" lIns="0" tIns="0" rIns="0" bIns="0" anchor="t">
            <a:normAutofit/>
          </a:bodyPr>
          <a:lstStyle/>
          <a:p>
            <a:pPr marL="0" indent="0" algn="l">
              <a:lnSpc>
                <a:spcPts val="1960"/>
              </a:lnSpc>
              <a:buNone/>
            </a:pPr>
            <a:r>
              <a:rPr sz="1400" b="1" spc="100">
                <a:solidFill>
                  <a:srgbClr val="176B7B"/>
                </a:solidFill>
                <a:latin typeface="Arial"/>
                <a:ea typeface="Arial"/>
                <a:cs typeface="Arial"/>
              </a:rPr>
              <a:t>3 · LO QUE APRENDIMOS · HALLAZGO 1</a:t>
            </a:r>
            <a:endParaRPr sz="1400"/>
          </a:p>
        </p:txBody>
      </p:sp>
      <p:sp>
        <p:nvSpPr>
          <p:cNvPr id="3" name="Text 1">
            <a:extLst>
              <a:ext uri="{FF2B5EF4-FFF2-40B4-BE49-F238E27FC236}">
                <a16:creationId xmlns:a16="http://schemas.microsoft.com/office/drawing/2014/main" id="{75A583E4-72E4-4B47-ADD7-E641D129801E}"/>
              </a:ext>
            </a:extLst>
          </p:cNvPr>
          <p:cNvSpPr>
            <a:spLocks noGrp="1"/>
          </p:cNvSpPr>
          <p:nvPr>
            <p:ph type="title"/>
          </p:nvPr>
        </p:nvSpPr>
        <p:spPr>
          <a:xfrm>
            <a:off x="812800" y="1311374"/>
            <a:ext cx="10883392" cy="439241"/>
          </a:xfrm>
          <a:prstGeom prst="rect">
            <a:avLst/>
          </a:prstGeom>
          <a:noFill/>
        </p:spPr>
        <p:txBody>
          <a:bodyPr wrap="square" lIns="0" tIns="0" rIns="0" bIns="0" anchor="t">
            <a:normAutofit/>
          </a:bodyPr>
          <a:lstStyle/>
          <a:p>
            <a:pPr marL="0" indent="0" algn="l">
              <a:lnSpc>
                <a:spcPts val="3290"/>
              </a:lnSpc>
              <a:buNone/>
            </a:pPr>
            <a:r>
              <a:rPr sz="2991" b="1" i="0">
                <a:solidFill>
                  <a:srgbClr val="16222F"/>
                </a:solidFill>
                <a:latin typeface="Arial"/>
                <a:ea typeface="Arial"/>
                <a:cs typeface="Arial"/>
              </a:rPr>
              <a:t>Los retrasos se acumulan durante el día</a:t>
            </a:r>
            <a:endParaRPr sz="2991"/>
          </a:p>
        </p:txBody>
      </p:sp>
      <p:sp>
        <p:nvSpPr>
          <p:cNvPr id="4" name="Shape 2">
            <a:extLst>
              <a:ext uri="{FF2B5EF4-FFF2-40B4-BE49-F238E27FC236}">
                <a16:creationId xmlns:a16="http://schemas.microsoft.com/office/drawing/2014/main" id="{3BF0C33C-5588-4737-A3CE-557053B632E3}"/>
              </a:ext>
            </a:extLst>
          </p:cNvPr>
          <p:cNvSpPr>
            <a:spLocks noGrp="1"/>
          </p:cNvSpPr>
          <p:nvPr/>
        </p:nvSpPr>
        <p:spPr>
          <a:xfrm>
            <a:off x="815975" y="1982391"/>
            <a:ext cx="5454650" cy="3856434"/>
          </a:xfrm>
          <a:prstGeom prst="roundRect">
            <a:avLst>
              <a:gd name="adj" fmla="val 2552"/>
            </a:avLst>
          </a:prstGeom>
          <a:solidFill>
            <a:srgbClr val="FBFAF6"/>
          </a:solidFill>
          <a:ln w="6350">
            <a:solidFill>
              <a:srgbClr val="DAD6C8"/>
            </a:solidFill>
            <a:prstDash val="solid"/>
          </a:ln>
        </p:spPr>
        <p:txBody>
          <a:bodyPr/>
          <a:lstStyle/>
          <a:p>
            <a:endParaRPr/>
          </a:p>
        </p:txBody>
      </p:sp>
      <p:pic>
        <p:nvPicPr>
          <p:cNvPr id="5" name="Image 0">
            <a:extLst>
              <a:ext uri="{FF2B5EF4-FFF2-40B4-BE49-F238E27FC236}">
                <a16:creationId xmlns:a16="http://schemas.microsoft.com/office/drawing/2014/main" id="{3467E4E8-C456-41A7-A74A-25A331608BCE}"/>
              </a:ext>
            </a:extLst>
          </p:cNvPr>
          <p:cNvPicPr>
            <a:picLocks noChangeAspect="1"/>
          </p:cNvPicPr>
          <p:nvPr/>
        </p:nvPicPr>
        <p:blipFill>
          <a:blip r:embed="rId3"/>
          <a:srcRect l="-683" r="-683"/>
          <a:stretch/>
        </p:blipFill>
        <p:spPr>
          <a:xfrm>
            <a:off x="965200" y="2137966"/>
            <a:ext cx="5156200" cy="3545284"/>
          </a:xfrm>
          <a:prstGeom prst="rect">
            <a:avLst/>
          </a:prstGeom>
        </p:spPr>
      </p:pic>
      <p:sp>
        <p:nvSpPr>
          <p:cNvPr id="6" name="Shape 3">
            <a:extLst>
              <a:ext uri="{FF2B5EF4-FFF2-40B4-BE49-F238E27FC236}">
                <a16:creationId xmlns:a16="http://schemas.microsoft.com/office/drawing/2014/main" id="{084622E1-BF03-4EAC-9ADD-D0506F2AA1F6}"/>
              </a:ext>
            </a:extLst>
          </p:cNvPr>
          <p:cNvSpPr>
            <a:spLocks noGrp="1"/>
          </p:cNvSpPr>
          <p:nvPr/>
        </p:nvSpPr>
        <p:spPr>
          <a:xfrm>
            <a:off x="6581775" y="1982391"/>
            <a:ext cx="2336800" cy="1212850"/>
          </a:xfrm>
          <a:prstGeom prst="roundRect">
            <a:avLst>
              <a:gd name="adj" fmla="val 8115"/>
            </a:avLst>
          </a:prstGeom>
          <a:solidFill>
            <a:srgbClr val="FBFAF6"/>
          </a:solidFill>
          <a:ln w="6350">
            <a:solidFill>
              <a:srgbClr val="DAD6C8"/>
            </a:solidFill>
            <a:prstDash val="solid"/>
          </a:ln>
        </p:spPr>
        <p:txBody>
          <a:bodyPr/>
          <a:lstStyle/>
          <a:p>
            <a:endParaRPr/>
          </a:p>
        </p:txBody>
      </p:sp>
      <p:sp>
        <p:nvSpPr>
          <p:cNvPr id="7" name="Text 4">
            <a:extLst>
              <a:ext uri="{FF2B5EF4-FFF2-40B4-BE49-F238E27FC236}">
                <a16:creationId xmlns:a16="http://schemas.microsoft.com/office/drawing/2014/main" id="{00D75F5A-BC79-4CE6-B695-DB3F870B692C}"/>
              </a:ext>
            </a:extLst>
          </p:cNvPr>
          <p:cNvSpPr>
            <a:spLocks noGrp="1"/>
          </p:cNvSpPr>
          <p:nvPr/>
        </p:nvSpPr>
        <p:spPr>
          <a:xfrm>
            <a:off x="6737350" y="2137966"/>
            <a:ext cx="2086419" cy="469900"/>
          </a:xfrm>
          <a:prstGeom prst="rect">
            <a:avLst/>
          </a:prstGeom>
          <a:noFill/>
        </p:spPr>
        <p:txBody>
          <a:bodyPr wrap="square" lIns="0" tIns="0" rIns="0" bIns="0" anchor="t">
            <a:normAutofit/>
          </a:bodyPr>
          <a:lstStyle/>
          <a:p>
            <a:pPr marL="0" indent="0" algn="l">
              <a:lnSpc>
                <a:spcPts val="3520"/>
              </a:lnSpc>
              <a:buNone/>
            </a:pPr>
            <a:r>
              <a:rPr sz="3200" b="1">
                <a:solidFill>
                  <a:srgbClr val="176B7B"/>
                </a:solidFill>
                <a:latin typeface="Arial"/>
                <a:ea typeface="Arial"/>
                <a:cs typeface="Arial"/>
              </a:rPr>
              <a:t>8,3 %</a:t>
            </a:r>
            <a:endParaRPr sz="3200"/>
          </a:p>
        </p:txBody>
      </p:sp>
      <p:sp>
        <p:nvSpPr>
          <p:cNvPr id="8" name="Text 5">
            <a:extLst>
              <a:ext uri="{FF2B5EF4-FFF2-40B4-BE49-F238E27FC236}">
                <a16:creationId xmlns:a16="http://schemas.microsoft.com/office/drawing/2014/main" id="{E7CEB96A-2687-48F8-872C-4707EE1B4513}"/>
              </a:ext>
            </a:extLst>
          </p:cNvPr>
          <p:cNvSpPr>
            <a:spLocks noGrp="1"/>
          </p:cNvSpPr>
          <p:nvPr/>
        </p:nvSpPr>
        <p:spPr>
          <a:xfrm>
            <a:off x="6737350" y="2620566"/>
            <a:ext cx="2086419" cy="444500"/>
          </a:xfrm>
          <a:prstGeom prst="rect">
            <a:avLst/>
          </a:prstGeom>
          <a:noFill/>
        </p:spPr>
        <p:txBody>
          <a:bodyPr wrap="square" lIns="0" tIns="0" rIns="0" bIns="0" anchor="t">
            <a:normAutofit/>
          </a:bodyPr>
          <a:lstStyle/>
          <a:p>
            <a:pPr marL="0" indent="0" algn="l">
              <a:lnSpc>
                <a:spcPts val="1690"/>
              </a:lnSpc>
              <a:buNone/>
            </a:pPr>
            <a:r>
              <a:rPr sz="1300">
                <a:solidFill>
                  <a:srgbClr val="55606B"/>
                </a:solidFill>
                <a:latin typeface="Arial"/>
                <a:ea typeface="Arial"/>
                <a:cs typeface="Arial"/>
              </a:rPr>
              <a:t>retrasados entre los vuelos de las 5 h</a:t>
            </a:r>
            <a:endParaRPr sz="1300"/>
          </a:p>
        </p:txBody>
      </p:sp>
      <p:sp>
        <p:nvSpPr>
          <p:cNvPr id="9" name="Shape 6">
            <a:extLst>
              <a:ext uri="{FF2B5EF4-FFF2-40B4-BE49-F238E27FC236}">
                <a16:creationId xmlns:a16="http://schemas.microsoft.com/office/drawing/2014/main" id="{82BEBEDE-490C-4645-A5FE-0276F35C8F04}"/>
              </a:ext>
            </a:extLst>
          </p:cNvPr>
          <p:cNvSpPr>
            <a:spLocks noGrp="1"/>
          </p:cNvSpPr>
          <p:nvPr/>
        </p:nvSpPr>
        <p:spPr>
          <a:xfrm>
            <a:off x="9048750" y="1979216"/>
            <a:ext cx="2330450" cy="1219200"/>
          </a:xfrm>
          <a:prstGeom prst="roundRect">
            <a:avLst>
              <a:gd name="adj" fmla="val 8333"/>
            </a:avLst>
          </a:prstGeom>
          <a:solidFill>
            <a:srgbClr val="13243B"/>
          </a:solidFill>
        </p:spPr>
        <p:txBody>
          <a:bodyPr/>
          <a:lstStyle/>
          <a:p>
            <a:endParaRPr/>
          </a:p>
        </p:txBody>
      </p:sp>
      <p:sp>
        <p:nvSpPr>
          <p:cNvPr id="10" name="Text 7">
            <a:extLst>
              <a:ext uri="{FF2B5EF4-FFF2-40B4-BE49-F238E27FC236}">
                <a16:creationId xmlns:a16="http://schemas.microsoft.com/office/drawing/2014/main" id="{098C8ECA-373C-4700-A91E-76D2191D16B6}"/>
              </a:ext>
            </a:extLst>
          </p:cNvPr>
          <p:cNvSpPr>
            <a:spLocks noGrp="1"/>
          </p:cNvSpPr>
          <p:nvPr/>
        </p:nvSpPr>
        <p:spPr>
          <a:xfrm>
            <a:off x="9201150" y="2131616"/>
            <a:ext cx="2086419" cy="469900"/>
          </a:xfrm>
          <a:prstGeom prst="rect">
            <a:avLst/>
          </a:prstGeom>
          <a:noFill/>
        </p:spPr>
        <p:txBody>
          <a:bodyPr wrap="square" lIns="0" tIns="0" rIns="0" bIns="0" anchor="t">
            <a:normAutofit/>
          </a:bodyPr>
          <a:lstStyle/>
          <a:p>
            <a:pPr marL="0" indent="0" algn="l">
              <a:lnSpc>
                <a:spcPts val="3520"/>
              </a:lnSpc>
              <a:buNone/>
            </a:pPr>
            <a:r>
              <a:rPr sz="3200" b="1">
                <a:solidFill>
                  <a:srgbClr val="E9A23B"/>
                </a:solidFill>
                <a:latin typeface="Arial"/>
                <a:ea typeface="Arial"/>
                <a:cs typeface="Arial"/>
              </a:rPr>
              <a:t>26,9 %</a:t>
            </a:r>
            <a:endParaRPr sz="3200"/>
          </a:p>
        </p:txBody>
      </p:sp>
      <p:sp>
        <p:nvSpPr>
          <p:cNvPr id="11" name="Text 8">
            <a:extLst>
              <a:ext uri="{FF2B5EF4-FFF2-40B4-BE49-F238E27FC236}">
                <a16:creationId xmlns:a16="http://schemas.microsoft.com/office/drawing/2014/main" id="{325383DF-9E6C-4E6D-9CD5-1F273E37A9E7}"/>
              </a:ext>
            </a:extLst>
          </p:cNvPr>
          <p:cNvSpPr>
            <a:spLocks noGrp="1"/>
          </p:cNvSpPr>
          <p:nvPr/>
        </p:nvSpPr>
        <p:spPr>
          <a:xfrm>
            <a:off x="9201150" y="2614216"/>
            <a:ext cx="2086419" cy="444500"/>
          </a:xfrm>
          <a:prstGeom prst="rect">
            <a:avLst/>
          </a:prstGeom>
          <a:noFill/>
        </p:spPr>
        <p:txBody>
          <a:bodyPr wrap="square" lIns="0" tIns="0" rIns="0" bIns="0" anchor="t">
            <a:normAutofit/>
          </a:bodyPr>
          <a:lstStyle/>
          <a:p>
            <a:pPr marL="0" indent="0" algn="l">
              <a:lnSpc>
                <a:spcPts val="1690"/>
              </a:lnSpc>
              <a:buNone/>
            </a:pPr>
            <a:r>
              <a:rPr sz="1300">
                <a:solidFill>
                  <a:srgbClr val="B8C4D2"/>
                </a:solidFill>
                <a:latin typeface="Arial"/>
                <a:ea typeface="Arial"/>
                <a:cs typeface="Arial"/>
              </a:rPr>
              <a:t>retrasados entre los vuelos de las 19 h</a:t>
            </a:r>
            <a:endParaRPr sz="1300"/>
          </a:p>
        </p:txBody>
      </p:sp>
      <p:sp>
        <p:nvSpPr>
          <p:cNvPr id="12" name="Text 9">
            <a:extLst>
              <a:ext uri="{FF2B5EF4-FFF2-40B4-BE49-F238E27FC236}">
                <a16:creationId xmlns:a16="http://schemas.microsoft.com/office/drawing/2014/main" id="{735A0D23-EA38-4FA3-93D4-23F5FC17A4B8}"/>
              </a:ext>
            </a:extLst>
          </p:cNvPr>
          <p:cNvSpPr>
            <a:spLocks noGrp="1"/>
          </p:cNvSpPr>
          <p:nvPr/>
        </p:nvSpPr>
        <p:spPr>
          <a:xfrm>
            <a:off x="6578600" y="3350816"/>
            <a:ext cx="4944618" cy="533400"/>
          </a:xfrm>
          <a:prstGeom prst="rect">
            <a:avLst/>
          </a:prstGeom>
          <a:noFill/>
        </p:spPr>
        <p:txBody>
          <a:bodyPr wrap="square" lIns="0" tIns="0" rIns="0" bIns="0" anchor="t">
            <a:normAutofit/>
          </a:bodyPr>
          <a:lstStyle/>
          <a:p>
            <a:pPr marL="0" indent="0" algn="l">
              <a:lnSpc>
                <a:spcPts val="2025"/>
              </a:lnSpc>
              <a:buNone/>
            </a:pPr>
            <a:r>
              <a:rPr sz="1500">
                <a:solidFill>
                  <a:srgbClr val="16222F"/>
                </a:solidFill>
                <a:latin typeface="Arial"/>
                <a:ea typeface="Arial"/>
                <a:cs typeface="Arial"/>
              </a:rPr>
              <a:t>Los vuelos programados más tarde tienen más probabilidad de llegar con retraso.</a:t>
            </a:r>
            <a:endParaRPr sz="1500"/>
          </a:p>
        </p:txBody>
      </p:sp>
      <p:sp>
        <p:nvSpPr>
          <p:cNvPr id="13" name="Text 10">
            <a:extLst>
              <a:ext uri="{FF2B5EF4-FFF2-40B4-BE49-F238E27FC236}">
                <a16:creationId xmlns:a16="http://schemas.microsoft.com/office/drawing/2014/main" id="{AF4F362B-0A87-4A1D-A9DF-B97DD9C4CD9D}"/>
              </a:ext>
            </a:extLst>
          </p:cNvPr>
          <p:cNvSpPr>
            <a:spLocks noGrp="1"/>
          </p:cNvSpPr>
          <p:nvPr/>
        </p:nvSpPr>
        <p:spPr>
          <a:xfrm>
            <a:off x="6578600" y="4011216"/>
            <a:ext cx="4944618" cy="469900"/>
          </a:xfrm>
          <a:prstGeom prst="rect">
            <a:avLst/>
          </a:prstGeom>
          <a:noFill/>
        </p:spPr>
        <p:txBody>
          <a:bodyPr wrap="square" lIns="0" tIns="0" rIns="0" bIns="0" anchor="t">
            <a:normAutofit/>
          </a:bodyPr>
          <a:lstStyle/>
          <a:p>
            <a:pPr marL="0" indent="0" algn="l">
              <a:lnSpc>
                <a:spcPts val="1755"/>
              </a:lnSpc>
              <a:buNone/>
            </a:pPr>
            <a:r>
              <a:rPr sz="1300">
                <a:solidFill>
                  <a:srgbClr val="55606B"/>
                </a:solidFill>
                <a:latin typeface="Arial"/>
                <a:ea typeface="Arial"/>
                <a:cs typeface="Arial"/>
              </a:rPr>
              <a:t>En las 2 y 3 h hay menos vuelos; interpretar sus tasas con cautela.</a:t>
            </a:r>
            <a:endParaRPr sz="1300"/>
          </a:p>
        </p:txBody>
      </p:sp>
      <p:sp>
        <p:nvSpPr>
          <p:cNvPr id="14" name="Shape 11">
            <a:extLst>
              <a:ext uri="{FF2B5EF4-FFF2-40B4-BE49-F238E27FC236}">
                <a16:creationId xmlns:a16="http://schemas.microsoft.com/office/drawing/2014/main" id="{5067AEDB-D11C-4051-B25B-BECEB2819193}"/>
              </a:ext>
            </a:extLst>
          </p:cNvPr>
          <p:cNvSpPr>
            <a:spLocks noGrp="1"/>
          </p:cNvSpPr>
          <p:nvPr/>
        </p:nvSpPr>
        <p:spPr>
          <a:xfrm>
            <a:off x="6578600" y="4608116"/>
            <a:ext cx="4800600" cy="698500"/>
          </a:xfrm>
          <a:prstGeom prst="roundRect">
            <a:avLst>
              <a:gd name="adj" fmla="val 14545"/>
            </a:avLst>
          </a:prstGeom>
          <a:solidFill>
            <a:srgbClr val="E9A23B"/>
          </a:solidFill>
        </p:spPr>
        <p:txBody>
          <a:bodyPr/>
          <a:lstStyle/>
          <a:p>
            <a:endParaRPr/>
          </a:p>
        </p:txBody>
      </p:sp>
      <p:sp>
        <p:nvSpPr>
          <p:cNvPr id="15" name="Text 12">
            <a:extLst>
              <a:ext uri="{FF2B5EF4-FFF2-40B4-BE49-F238E27FC236}">
                <a16:creationId xmlns:a16="http://schemas.microsoft.com/office/drawing/2014/main" id="{06188E28-004E-4D5C-91F0-7C3C8905C592}"/>
              </a:ext>
            </a:extLst>
          </p:cNvPr>
          <p:cNvSpPr>
            <a:spLocks noGrp="1"/>
          </p:cNvSpPr>
          <p:nvPr/>
        </p:nvSpPr>
        <p:spPr>
          <a:xfrm>
            <a:off x="6756400" y="4722416"/>
            <a:ext cx="4578350" cy="495300"/>
          </a:xfrm>
          <a:prstGeom prst="rect">
            <a:avLst/>
          </a:prstGeom>
          <a:noFill/>
        </p:spPr>
        <p:txBody>
          <a:bodyPr wrap="square" lIns="0" tIns="0" rIns="0" bIns="0" anchor="t">
            <a:normAutofit/>
          </a:bodyPr>
          <a:lstStyle/>
          <a:p>
            <a:pPr marL="0" indent="0" algn="l">
              <a:lnSpc>
                <a:spcPts val="1875"/>
              </a:lnSpc>
              <a:buNone/>
            </a:pPr>
            <a:r>
              <a:rPr sz="1500" b="1">
                <a:solidFill>
                  <a:srgbClr val="13243B"/>
                </a:solidFill>
                <a:latin typeface="Arial"/>
                <a:ea typeface="Arial"/>
                <a:cs typeface="Arial"/>
              </a:rPr>
              <a:t>Decisión: la hora programada de salida entra como variable del modelo.</a:t>
            </a:r>
            <a:endParaRPr sz="1500"/>
          </a:p>
        </p:txBody>
      </p:sp>
      <p:sp>
        <p:nvSpPr>
          <p:cNvPr id="16" name="Text 13">
            <a:extLst>
              <a:ext uri="{FF2B5EF4-FFF2-40B4-BE49-F238E27FC236}">
                <a16:creationId xmlns:a16="http://schemas.microsoft.com/office/drawing/2014/main" id="{D58F369E-1596-4B0B-9A78-E03DC086CF79}"/>
              </a:ext>
            </a:extLst>
          </p:cNvPr>
          <p:cNvSpPr>
            <a:spLocks noGrp="1"/>
          </p:cNvSpPr>
          <p:nvPr/>
        </p:nvSpPr>
        <p:spPr>
          <a:xfrm>
            <a:off x="812800" y="6242050"/>
            <a:ext cx="8502650" cy="234950"/>
          </a:xfrm>
          <a:prstGeom prst="rect">
            <a:avLst/>
          </a:prstGeom>
          <a:noFill/>
        </p:spPr>
        <p:txBody>
          <a:bodyPr wrap="square" lIns="0" tIns="0" rIns="0" bIns="0" anchor="t">
            <a:normAutofit/>
          </a:bodyPr>
          <a:lstStyle/>
          <a:p>
            <a:pPr marL="0" indent="0" algn="l">
              <a:lnSpc>
                <a:spcPts val="1680"/>
              </a:lnSpc>
              <a:buNone/>
            </a:pPr>
            <a:r>
              <a:rPr sz="1200">
                <a:solidFill>
                  <a:srgbClr val="55606B"/>
                </a:solidFill>
                <a:latin typeface="Arial"/>
                <a:ea typeface="Arial"/>
                <a:cs typeface="Arial"/>
              </a:rPr>
              <a:t>Fuente: EDA recalculado sin 2020. Patrón descriptivo, no prueba causalidad.</a:t>
            </a:r>
            <a:endParaRPr sz="1200"/>
          </a:p>
        </p:txBody>
      </p:sp>
      <p:sp>
        <p:nvSpPr>
          <p:cNvPr id="17" name="Text 14">
            <a:extLst>
              <a:ext uri="{FF2B5EF4-FFF2-40B4-BE49-F238E27FC236}">
                <a16:creationId xmlns:a16="http://schemas.microsoft.com/office/drawing/2014/main" id="{00715BF7-4303-4EA5-BBB2-FC6EC496A3FD}"/>
              </a:ext>
            </a:extLst>
          </p:cNvPr>
          <p:cNvSpPr>
            <a:spLocks noGrp="1"/>
          </p:cNvSpPr>
          <p:nvPr/>
        </p:nvSpPr>
        <p:spPr>
          <a:xfrm>
            <a:off x="10058400" y="6242050"/>
            <a:ext cx="1320800" cy="234950"/>
          </a:xfrm>
          <a:prstGeom prst="rect">
            <a:avLst/>
          </a:prstGeom>
          <a:noFill/>
        </p:spPr>
        <p:txBody>
          <a:bodyPr wrap="square" lIns="0" tIns="0" rIns="0" bIns="0" anchor="t">
            <a:normAutofit/>
          </a:bodyPr>
          <a:lstStyle/>
          <a:p>
            <a:pPr marL="0" indent="0" algn="r">
              <a:lnSpc>
                <a:spcPts val="1680"/>
              </a:lnSpc>
              <a:buNone/>
            </a:pPr>
            <a:r>
              <a:rPr sz="1200">
                <a:solidFill>
                  <a:srgbClr val="55606B"/>
                </a:solidFill>
                <a:latin typeface="Arial"/>
                <a:ea typeface="Arial"/>
                <a:cs typeface="Arial"/>
              </a:rPr>
              <a:t>4</a:t>
            </a:r>
            <a:endParaRPr sz="1200"/>
          </a:p>
        </p:txBody>
      </p:sp>
    </p:spTree>
    <p:extLst>
      <p:ext uri="{BB962C8B-B14F-4D97-AF65-F5344CB8AC3E}">
        <p14:creationId xmlns:p14="http://schemas.microsoft.com/office/powerpoint/2010/main" val="1938459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F3CCDDE-AA75-44A8-A17A-F2CE04EB12AA}"/>
              </a:ext>
            </a:extLst>
          </p:cNvPr>
          <p:cNvSpPr>
            <a:spLocks noGrp="1"/>
          </p:cNvSpPr>
          <p:nvPr/>
        </p:nvSpPr>
        <p:spPr>
          <a:xfrm>
            <a:off x="812800" y="812800"/>
            <a:ext cx="10883392" cy="268982"/>
          </a:xfrm>
          <a:prstGeom prst="rect">
            <a:avLst/>
          </a:prstGeom>
          <a:noFill/>
        </p:spPr>
        <p:txBody>
          <a:bodyPr wrap="square" lIns="0" tIns="0" rIns="0" bIns="0" anchor="t">
            <a:normAutofit/>
          </a:bodyPr>
          <a:lstStyle/>
          <a:p>
            <a:pPr marL="0" indent="0" algn="l">
              <a:lnSpc>
                <a:spcPts val="1948"/>
              </a:lnSpc>
              <a:buNone/>
            </a:pPr>
            <a:r>
              <a:rPr sz="1391" b="1" spc="100">
                <a:solidFill>
                  <a:srgbClr val="176B7B"/>
                </a:solidFill>
                <a:latin typeface="Arial"/>
                <a:ea typeface="Arial"/>
                <a:cs typeface="Arial"/>
              </a:rPr>
              <a:t>3 · LO QUE APRENDIMOS · HALLAZGO 2</a:t>
            </a:r>
            <a:endParaRPr sz="1391"/>
          </a:p>
        </p:txBody>
      </p:sp>
      <p:sp>
        <p:nvSpPr>
          <p:cNvPr id="3" name="Text 1">
            <a:extLst>
              <a:ext uri="{FF2B5EF4-FFF2-40B4-BE49-F238E27FC236}">
                <a16:creationId xmlns:a16="http://schemas.microsoft.com/office/drawing/2014/main" id="{700AA991-8B13-4881-B040-CDB75A37055E}"/>
              </a:ext>
            </a:extLst>
          </p:cNvPr>
          <p:cNvSpPr>
            <a:spLocks noGrp="1"/>
          </p:cNvSpPr>
          <p:nvPr>
            <p:ph type="title"/>
          </p:nvPr>
        </p:nvSpPr>
        <p:spPr>
          <a:xfrm>
            <a:off x="812800" y="1259582"/>
            <a:ext cx="10883392" cy="437654"/>
          </a:xfrm>
          <a:prstGeom prst="rect">
            <a:avLst/>
          </a:prstGeom>
          <a:noFill/>
        </p:spPr>
        <p:txBody>
          <a:bodyPr wrap="square" lIns="0" tIns="0" rIns="0" bIns="0" anchor="t">
            <a:normAutofit/>
          </a:bodyPr>
          <a:lstStyle/>
          <a:p>
            <a:pPr marL="0" indent="0" algn="l">
              <a:lnSpc>
                <a:spcPts val="3290"/>
              </a:lnSpc>
              <a:buNone/>
            </a:pPr>
            <a:r>
              <a:rPr sz="2991" b="1" i="0">
                <a:solidFill>
                  <a:srgbClr val="16222F"/>
                </a:solidFill>
                <a:latin typeface="Arial"/>
                <a:ea typeface="Arial"/>
                <a:cs typeface="Arial"/>
              </a:rPr>
              <a:t>2020 se excluye de todo análisis</a:t>
            </a:r>
            <a:endParaRPr sz="2991"/>
          </a:p>
        </p:txBody>
      </p:sp>
      <p:sp>
        <p:nvSpPr>
          <p:cNvPr id="4" name="Shape 2">
            <a:extLst>
              <a:ext uri="{FF2B5EF4-FFF2-40B4-BE49-F238E27FC236}">
                <a16:creationId xmlns:a16="http://schemas.microsoft.com/office/drawing/2014/main" id="{A5720A0C-CD3F-4A95-B469-7D6D340E2EC9}"/>
              </a:ext>
            </a:extLst>
          </p:cNvPr>
          <p:cNvSpPr>
            <a:spLocks noGrp="1"/>
          </p:cNvSpPr>
          <p:nvPr/>
        </p:nvSpPr>
        <p:spPr>
          <a:xfrm>
            <a:off x="815975" y="1878211"/>
            <a:ext cx="5708650" cy="2417266"/>
          </a:xfrm>
          <a:prstGeom prst="roundRect">
            <a:avLst>
              <a:gd name="adj" fmla="val 4072"/>
            </a:avLst>
          </a:prstGeom>
          <a:solidFill>
            <a:srgbClr val="FBFAF6"/>
          </a:solidFill>
          <a:ln w="6350">
            <a:solidFill>
              <a:srgbClr val="DAD6C8"/>
            </a:solidFill>
            <a:prstDash val="solid"/>
          </a:ln>
        </p:spPr>
        <p:txBody>
          <a:bodyPr/>
          <a:lstStyle/>
          <a:p>
            <a:endParaRPr/>
          </a:p>
        </p:txBody>
      </p:sp>
      <p:sp>
        <p:nvSpPr>
          <p:cNvPr id="6" name="Text 3">
            <a:extLst>
              <a:ext uri="{FF2B5EF4-FFF2-40B4-BE49-F238E27FC236}">
                <a16:creationId xmlns:a16="http://schemas.microsoft.com/office/drawing/2014/main" id="{88E4F1C4-F3E0-4FCC-A37A-9DAB6B9104C1}"/>
              </a:ext>
            </a:extLst>
          </p:cNvPr>
          <p:cNvSpPr>
            <a:spLocks noGrp="1"/>
          </p:cNvSpPr>
          <p:nvPr/>
        </p:nvSpPr>
        <p:spPr>
          <a:xfrm>
            <a:off x="946150" y="3972223"/>
            <a:ext cx="5611749" cy="218480"/>
          </a:xfrm>
          <a:prstGeom prst="rect">
            <a:avLst/>
          </a:prstGeom>
          <a:noFill/>
        </p:spPr>
        <p:txBody>
          <a:bodyPr wrap="square" lIns="0" tIns="0" rIns="0" bIns="0" anchor="t">
            <a:normAutofit/>
          </a:bodyPr>
          <a:lstStyle/>
          <a:p>
            <a:pPr marL="0" indent="0" algn="l">
              <a:lnSpc>
                <a:spcPts val="1550"/>
              </a:lnSpc>
              <a:buNone/>
            </a:pPr>
            <a:r>
              <a:rPr sz="1193">
                <a:solidFill>
                  <a:srgbClr val="55606B"/>
                </a:solidFill>
                <a:latin typeface="Arial"/>
                <a:ea typeface="Arial"/>
                <a:cs typeface="Arial"/>
              </a:rPr>
              <a:t>Resultados recalculados sin 2020; el periodo pandémico no se analiza.</a:t>
            </a:r>
            <a:endParaRPr sz="1193"/>
          </a:p>
        </p:txBody>
      </p:sp>
      <p:sp>
        <p:nvSpPr>
          <p:cNvPr id="7" name="Shape 4">
            <a:extLst>
              <a:ext uri="{FF2B5EF4-FFF2-40B4-BE49-F238E27FC236}">
                <a16:creationId xmlns:a16="http://schemas.microsoft.com/office/drawing/2014/main" id="{3649FE74-B670-44EE-8901-0EEFE78CC694}"/>
              </a:ext>
            </a:extLst>
          </p:cNvPr>
          <p:cNvSpPr>
            <a:spLocks noGrp="1"/>
          </p:cNvSpPr>
          <p:nvPr/>
        </p:nvSpPr>
        <p:spPr>
          <a:xfrm>
            <a:off x="6835775" y="1878211"/>
            <a:ext cx="4540250" cy="1187450"/>
          </a:xfrm>
          <a:prstGeom prst="roundRect">
            <a:avLst>
              <a:gd name="adj" fmla="val 8289"/>
            </a:avLst>
          </a:prstGeom>
          <a:solidFill>
            <a:srgbClr val="FBFAF6"/>
          </a:solidFill>
          <a:ln w="6350">
            <a:solidFill>
              <a:srgbClr val="DAD6C8"/>
            </a:solidFill>
            <a:prstDash val="solid"/>
          </a:ln>
        </p:spPr>
        <p:txBody>
          <a:bodyPr/>
          <a:lstStyle/>
          <a:p>
            <a:endParaRPr/>
          </a:p>
        </p:txBody>
      </p:sp>
      <p:sp>
        <p:nvSpPr>
          <p:cNvPr id="8" name="Text 5">
            <a:extLst>
              <a:ext uri="{FF2B5EF4-FFF2-40B4-BE49-F238E27FC236}">
                <a16:creationId xmlns:a16="http://schemas.microsoft.com/office/drawing/2014/main" id="{9345ECD0-A360-4CB4-BAC8-E453E5BEA4D4}"/>
              </a:ext>
            </a:extLst>
          </p:cNvPr>
          <p:cNvSpPr>
            <a:spLocks noGrp="1"/>
          </p:cNvSpPr>
          <p:nvPr/>
        </p:nvSpPr>
        <p:spPr>
          <a:xfrm>
            <a:off x="6991350" y="2033786"/>
            <a:ext cx="4355973" cy="444500"/>
          </a:xfrm>
          <a:prstGeom prst="rect">
            <a:avLst/>
          </a:prstGeom>
          <a:noFill/>
        </p:spPr>
        <p:txBody>
          <a:bodyPr wrap="square" lIns="0" tIns="0" rIns="0" bIns="0" anchor="t">
            <a:normAutofit/>
          </a:bodyPr>
          <a:lstStyle/>
          <a:p>
            <a:pPr marL="0" indent="0" algn="l">
              <a:lnSpc>
                <a:spcPts val="3300"/>
              </a:lnSpc>
              <a:buNone/>
            </a:pPr>
            <a:r>
              <a:rPr sz="3000" b="1">
                <a:solidFill>
                  <a:srgbClr val="176B7B"/>
                </a:solidFill>
                <a:latin typeface="Arial"/>
                <a:ea typeface="Arial"/>
                <a:cs typeface="Arial"/>
              </a:rPr>
              <a:t>EXCLUIDO</a:t>
            </a:r>
            <a:endParaRPr sz="3000"/>
          </a:p>
        </p:txBody>
      </p:sp>
      <p:sp>
        <p:nvSpPr>
          <p:cNvPr id="9" name="Text 6">
            <a:extLst>
              <a:ext uri="{FF2B5EF4-FFF2-40B4-BE49-F238E27FC236}">
                <a16:creationId xmlns:a16="http://schemas.microsoft.com/office/drawing/2014/main" id="{352F0BC5-75A0-4419-96A8-40A8E5732E12}"/>
              </a:ext>
            </a:extLst>
          </p:cNvPr>
          <p:cNvSpPr>
            <a:spLocks noGrp="1"/>
          </p:cNvSpPr>
          <p:nvPr/>
        </p:nvSpPr>
        <p:spPr>
          <a:xfrm>
            <a:off x="6991350" y="2490986"/>
            <a:ext cx="4355973" cy="444500"/>
          </a:xfrm>
          <a:prstGeom prst="rect">
            <a:avLst/>
          </a:prstGeom>
          <a:noFill/>
        </p:spPr>
        <p:txBody>
          <a:bodyPr wrap="square" lIns="0" tIns="0" rIns="0" bIns="0" anchor="t">
            <a:normAutofit/>
          </a:bodyPr>
          <a:lstStyle/>
          <a:p>
            <a:pPr marL="0" indent="0" algn="l">
              <a:lnSpc>
                <a:spcPts val="1690"/>
              </a:lnSpc>
              <a:buNone/>
            </a:pPr>
            <a:r>
              <a:rPr sz="1300">
                <a:solidFill>
                  <a:srgbClr val="55606B"/>
                </a:solidFill>
                <a:latin typeface="Arial"/>
                <a:ea typeface="Arial"/>
                <a:cs typeface="Arial"/>
              </a:rPr>
              <a:t>No presentamos métricas ni conclusiones sobre 2020.</a:t>
            </a:r>
            <a:endParaRPr sz="1300"/>
          </a:p>
        </p:txBody>
      </p:sp>
      <p:sp>
        <p:nvSpPr>
          <p:cNvPr id="10" name="Shape 7">
            <a:extLst>
              <a:ext uri="{FF2B5EF4-FFF2-40B4-BE49-F238E27FC236}">
                <a16:creationId xmlns:a16="http://schemas.microsoft.com/office/drawing/2014/main" id="{AEB33206-4CE0-46BA-82DC-D6129D0CBAEA}"/>
              </a:ext>
            </a:extLst>
          </p:cNvPr>
          <p:cNvSpPr>
            <a:spLocks noGrp="1"/>
          </p:cNvSpPr>
          <p:nvPr/>
        </p:nvSpPr>
        <p:spPr>
          <a:xfrm>
            <a:off x="6832600" y="3195836"/>
            <a:ext cx="4546600" cy="971550"/>
          </a:xfrm>
          <a:prstGeom prst="roundRect">
            <a:avLst>
              <a:gd name="adj" fmla="val 10458"/>
            </a:avLst>
          </a:prstGeom>
          <a:solidFill>
            <a:srgbClr val="13243B"/>
          </a:solidFill>
        </p:spPr>
        <p:txBody>
          <a:bodyPr/>
          <a:lstStyle/>
          <a:p>
            <a:endParaRPr/>
          </a:p>
        </p:txBody>
      </p:sp>
      <p:sp>
        <p:nvSpPr>
          <p:cNvPr id="11" name="Text 8">
            <a:extLst>
              <a:ext uri="{FF2B5EF4-FFF2-40B4-BE49-F238E27FC236}">
                <a16:creationId xmlns:a16="http://schemas.microsoft.com/office/drawing/2014/main" id="{0D4E08AD-4AB1-45A6-9101-48096BE192E2}"/>
              </a:ext>
            </a:extLst>
          </p:cNvPr>
          <p:cNvSpPr>
            <a:spLocks noGrp="1"/>
          </p:cNvSpPr>
          <p:nvPr/>
        </p:nvSpPr>
        <p:spPr>
          <a:xfrm>
            <a:off x="6985000" y="3348236"/>
            <a:ext cx="4369054" cy="444500"/>
          </a:xfrm>
          <a:prstGeom prst="rect">
            <a:avLst/>
          </a:prstGeom>
          <a:noFill/>
        </p:spPr>
        <p:txBody>
          <a:bodyPr wrap="square" lIns="0" tIns="0" rIns="0" bIns="0" anchor="t">
            <a:normAutofit/>
          </a:bodyPr>
          <a:lstStyle/>
          <a:p>
            <a:pPr marL="0" indent="0" algn="l">
              <a:lnSpc>
                <a:spcPts val="3300"/>
              </a:lnSpc>
              <a:buNone/>
            </a:pPr>
            <a:r>
              <a:rPr sz="3000" b="1">
                <a:solidFill>
                  <a:srgbClr val="E9A23B"/>
                </a:solidFill>
                <a:latin typeface="Arial"/>
                <a:ea typeface="Arial"/>
                <a:cs typeface="Arial"/>
              </a:rPr>
              <a:t>21,65 %</a:t>
            </a:r>
            <a:endParaRPr sz="3000"/>
          </a:p>
        </p:txBody>
      </p:sp>
      <p:sp>
        <p:nvSpPr>
          <p:cNvPr id="12" name="Text 9">
            <a:extLst>
              <a:ext uri="{FF2B5EF4-FFF2-40B4-BE49-F238E27FC236}">
                <a16:creationId xmlns:a16="http://schemas.microsoft.com/office/drawing/2014/main" id="{A748BF12-B1F1-4E4F-9ED4-43B1AB2F15D1}"/>
              </a:ext>
            </a:extLst>
          </p:cNvPr>
          <p:cNvSpPr>
            <a:spLocks noGrp="1"/>
          </p:cNvSpPr>
          <p:nvPr/>
        </p:nvSpPr>
        <p:spPr>
          <a:xfrm>
            <a:off x="6985000" y="3805436"/>
            <a:ext cx="4369054" cy="234950"/>
          </a:xfrm>
          <a:prstGeom prst="rect">
            <a:avLst/>
          </a:prstGeom>
          <a:noFill/>
        </p:spPr>
        <p:txBody>
          <a:bodyPr wrap="square" lIns="0" tIns="0" rIns="0" bIns="0" anchor="t">
            <a:normAutofit/>
          </a:bodyPr>
          <a:lstStyle/>
          <a:p>
            <a:r>
              <a:rPr sz="1100">
                <a:solidFill>
                  <a:srgbClr val="FFFFFF"/>
                </a:solidFill>
              </a:rPr>
              <a:t>tasa observada en vuelos etiquetados, ene–jul 2022</a:t>
            </a:r>
          </a:p>
        </p:txBody>
      </p:sp>
      <p:sp>
        <p:nvSpPr>
          <p:cNvPr id="13" name="Text 10">
            <a:extLst>
              <a:ext uri="{FF2B5EF4-FFF2-40B4-BE49-F238E27FC236}">
                <a16:creationId xmlns:a16="http://schemas.microsoft.com/office/drawing/2014/main" id="{0791448F-8B23-4813-B379-FCE5FB60082F}"/>
              </a:ext>
            </a:extLst>
          </p:cNvPr>
          <p:cNvSpPr>
            <a:spLocks noGrp="1"/>
          </p:cNvSpPr>
          <p:nvPr/>
        </p:nvSpPr>
        <p:spPr>
          <a:xfrm>
            <a:off x="812800" y="4501852"/>
            <a:ext cx="10883392" cy="287734"/>
          </a:xfrm>
          <a:prstGeom prst="rect">
            <a:avLst/>
          </a:prstGeom>
          <a:noFill/>
        </p:spPr>
        <p:txBody>
          <a:bodyPr wrap="square" lIns="0" tIns="0" rIns="0" bIns="0" anchor="t">
            <a:normAutofit/>
          </a:bodyPr>
          <a:lstStyle/>
          <a:p>
            <a:pPr marL="0" indent="0" algn="l">
              <a:lnSpc>
                <a:spcPts val="2093"/>
              </a:lnSpc>
              <a:buNone/>
            </a:pPr>
            <a:r>
              <a:rPr sz="1495" b="1">
                <a:solidFill>
                  <a:srgbClr val="55606B"/>
                </a:solidFill>
                <a:latin typeface="Arial"/>
                <a:ea typeface="Arial"/>
                <a:cs typeface="Arial"/>
              </a:rPr>
              <a:t>Ventanas de análisis y modelado sin 2020</a:t>
            </a:r>
            <a:endParaRPr sz="1495"/>
          </a:p>
        </p:txBody>
      </p:sp>
      <p:sp>
        <p:nvSpPr>
          <p:cNvPr id="14" name="Shape 11">
            <a:extLst>
              <a:ext uri="{FF2B5EF4-FFF2-40B4-BE49-F238E27FC236}">
                <a16:creationId xmlns:a16="http://schemas.microsoft.com/office/drawing/2014/main" id="{2D5FD9E1-E02B-4253-9510-585FE483A71F}"/>
              </a:ext>
            </a:extLst>
          </p:cNvPr>
          <p:cNvSpPr>
            <a:spLocks noGrp="1"/>
          </p:cNvSpPr>
          <p:nvPr/>
        </p:nvSpPr>
        <p:spPr>
          <a:xfrm>
            <a:off x="815975" y="4970562"/>
            <a:ext cx="2346325" cy="868164"/>
          </a:xfrm>
          <a:prstGeom prst="roundRect">
            <a:avLst>
              <a:gd name="adj" fmla="val 11337"/>
            </a:avLst>
          </a:prstGeom>
          <a:solidFill>
            <a:srgbClr val="FBFAF6"/>
          </a:solidFill>
          <a:ln w="6350">
            <a:solidFill>
              <a:srgbClr val="DAD6C8"/>
            </a:solidFill>
            <a:prstDash val="solid"/>
          </a:ln>
        </p:spPr>
        <p:txBody>
          <a:bodyPr/>
          <a:lstStyle/>
          <a:p>
            <a:endParaRPr/>
          </a:p>
        </p:txBody>
      </p:sp>
      <p:sp>
        <p:nvSpPr>
          <p:cNvPr id="15" name="Text 12">
            <a:extLst>
              <a:ext uri="{FF2B5EF4-FFF2-40B4-BE49-F238E27FC236}">
                <a16:creationId xmlns:a16="http://schemas.microsoft.com/office/drawing/2014/main" id="{96065959-C5EC-48CD-A5B3-5591A777399C}"/>
              </a:ext>
            </a:extLst>
          </p:cNvPr>
          <p:cNvSpPr>
            <a:spLocks noGrp="1"/>
          </p:cNvSpPr>
          <p:nvPr/>
        </p:nvSpPr>
        <p:spPr>
          <a:xfrm>
            <a:off x="971550" y="5100737"/>
            <a:ext cx="2096230" cy="229890"/>
          </a:xfrm>
          <a:prstGeom prst="rect">
            <a:avLst/>
          </a:prstGeom>
          <a:noFill/>
        </p:spPr>
        <p:txBody>
          <a:bodyPr wrap="square" lIns="0" tIns="0" rIns="0" bIns="0" anchor="t">
            <a:normAutofit/>
          </a:bodyPr>
          <a:lstStyle/>
          <a:p>
            <a:pPr marL="0" indent="0" algn="l">
              <a:lnSpc>
                <a:spcPts val="1648"/>
              </a:lnSpc>
              <a:buNone/>
            </a:pPr>
            <a:r>
              <a:rPr sz="1177" b="1">
                <a:solidFill>
                  <a:srgbClr val="176B7B"/>
                </a:solidFill>
                <a:latin typeface="Arial"/>
                <a:ea typeface="Arial"/>
                <a:cs typeface="Arial"/>
              </a:rPr>
              <a:t>Logística · 2021</a:t>
            </a:r>
            <a:endParaRPr sz="1177"/>
          </a:p>
        </p:txBody>
      </p:sp>
      <p:sp>
        <p:nvSpPr>
          <p:cNvPr id="16" name="Text 13">
            <a:extLst>
              <a:ext uri="{FF2B5EF4-FFF2-40B4-BE49-F238E27FC236}">
                <a16:creationId xmlns:a16="http://schemas.microsoft.com/office/drawing/2014/main" id="{30826549-9872-498F-8856-979839966780}"/>
              </a:ext>
            </a:extLst>
          </p:cNvPr>
          <p:cNvSpPr>
            <a:spLocks noGrp="1"/>
          </p:cNvSpPr>
          <p:nvPr/>
        </p:nvSpPr>
        <p:spPr>
          <a:xfrm>
            <a:off x="971550" y="5330627"/>
            <a:ext cx="2096230" cy="403324"/>
          </a:xfrm>
          <a:prstGeom prst="rect">
            <a:avLst/>
          </a:prstGeom>
          <a:noFill/>
        </p:spPr>
        <p:txBody>
          <a:bodyPr wrap="square" lIns="0" tIns="0" rIns="0" bIns="0" anchor="t">
            <a:normAutofit/>
          </a:bodyPr>
          <a:lstStyle/>
          <a:p>
            <a:pPr marL="0" indent="0" algn="l">
              <a:lnSpc>
                <a:spcPts val="3042"/>
              </a:lnSpc>
              <a:buNone/>
            </a:pPr>
            <a:r>
              <a:rPr sz="1500" b="1">
                <a:solidFill>
                  <a:srgbClr val="16222F"/>
                </a:solidFill>
                <a:latin typeface="Arial"/>
                <a:ea typeface="Arial"/>
                <a:cs typeface="Arial"/>
              </a:rPr>
              <a:t>400.000 vuelos</a:t>
            </a:r>
            <a:endParaRPr sz="2173"/>
          </a:p>
        </p:txBody>
      </p:sp>
      <p:pic>
        <p:nvPicPr>
          <p:cNvPr id="17" name="Image 1">
            <a:extLst>
              <a:ext uri="{FF2B5EF4-FFF2-40B4-BE49-F238E27FC236}">
                <a16:creationId xmlns:a16="http://schemas.microsoft.com/office/drawing/2014/main" id="{868B9161-B808-440D-A076-F5DAB6367B2A}"/>
              </a:ext>
            </a:extLst>
          </p:cNvPr>
          <p:cNvPicPr>
            <a:picLocks noChangeAspect="1"/>
          </p:cNvPicPr>
          <p:nvPr/>
        </p:nvPicPr>
        <p:blipFill>
          <a:blip r:embed="rId3"/>
          <a:srcRect/>
          <a:stretch/>
        </p:blipFill>
        <p:spPr>
          <a:xfrm>
            <a:off x="3267075" y="5303044"/>
            <a:ext cx="304800" cy="203200"/>
          </a:xfrm>
          <a:prstGeom prst="rect">
            <a:avLst/>
          </a:prstGeom>
        </p:spPr>
      </p:pic>
      <p:sp>
        <p:nvSpPr>
          <p:cNvPr id="18" name="Shape 14">
            <a:extLst>
              <a:ext uri="{FF2B5EF4-FFF2-40B4-BE49-F238E27FC236}">
                <a16:creationId xmlns:a16="http://schemas.microsoft.com/office/drawing/2014/main" id="{E59DFFE4-ACEB-4A19-A863-8EFD2B6BAFD1}"/>
              </a:ext>
            </a:extLst>
          </p:cNvPr>
          <p:cNvSpPr>
            <a:spLocks noGrp="1"/>
          </p:cNvSpPr>
          <p:nvPr/>
        </p:nvSpPr>
        <p:spPr>
          <a:xfrm>
            <a:off x="3676650" y="4970562"/>
            <a:ext cx="2346325" cy="868164"/>
          </a:xfrm>
          <a:prstGeom prst="roundRect">
            <a:avLst>
              <a:gd name="adj" fmla="val 11337"/>
            </a:avLst>
          </a:prstGeom>
          <a:solidFill>
            <a:srgbClr val="FBFAF6"/>
          </a:solidFill>
          <a:ln w="6350">
            <a:solidFill>
              <a:srgbClr val="DAD6C8"/>
            </a:solidFill>
            <a:prstDash val="solid"/>
          </a:ln>
        </p:spPr>
        <p:txBody>
          <a:bodyPr/>
          <a:lstStyle/>
          <a:p>
            <a:endParaRPr/>
          </a:p>
        </p:txBody>
      </p:sp>
      <p:sp>
        <p:nvSpPr>
          <p:cNvPr id="19" name="Text 15">
            <a:extLst>
              <a:ext uri="{FF2B5EF4-FFF2-40B4-BE49-F238E27FC236}">
                <a16:creationId xmlns:a16="http://schemas.microsoft.com/office/drawing/2014/main" id="{0B3B757C-1862-4529-8203-C947FC2EEBF5}"/>
              </a:ext>
            </a:extLst>
          </p:cNvPr>
          <p:cNvSpPr>
            <a:spLocks noGrp="1"/>
          </p:cNvSpPr>
          <p:nvPr/>
        </p:nvSpPr>
        <p:spPr>
          <a:xfrm>
            <a:off x="3832225" y="5100737"/>
            <a:ext cx="2096230" cy="229890"/>
          </a:xfrm>
          <a:prstGeom prst="rect">
            <a:avLst/>
          </a:prstGeom>
          <a:noFill/>
        </p:spPr>
        <p:txBody>
          <a:bodyPr wrap="square" lIns="0" tIns="0" rIns="0" bIns="0" anchor="t">
            <a:normAutofit/>
          </a:bodyPr>
          <a:lstStyle/>
          <a:p>
            <a:pPr marL="0" indent="0" algn="l">
              <a:lnSpc>
                <a:spcPts val="1648"/>
              </a:lnSpc>
              <a:buNone/>
            </a:pPr>
            <a:r>
              <a:rPr sz="1177" b="1">
                <a:solidFill>
                  <a:srgbClr val="176B7B"/>
                </a:solidFill>
                <a:latin typeface="Arial"/>
                <a:ea typeface="Arial"/>
                <a:cs typeface="Arial"/>
              </a:rPr>
              <a:t>Boosting · 2021</a:t>
            </a:r>
            <a:endParaRPr sz="1177"/>
          </a:p>
        </p:txBody>
      </p:sp>
      <p:sp>
        <p:nvSpPr>
          <p:cNvPr id="20" name="Text 16">
            <a:extLst>
              <a:ext uri="{FF2B5EF4-FFF2-40B4-BE49-F238E27FC236}">
                <a16:creationId xmlns:a16="http://schemas.microsoft.com/office/drawing/2014/main" id="{FB6F5EBC-E3E4-495E-B99B-861287C5819B}"/>
              </a:ext>
            </a:extLst>
          </p:cNvPr>
          <p:cNvSpPr>
            <a:spLocks noGrp="1"/>
          </p:cNvSpPr>
          <p:nvPr/>
        </p:nvSpPr>
        <p:spPr>
          <a:xfrm>
            <a:off x="3832225" y="5330627"/>
            <a:ext cx="2096230" cy="403324"/>
          </a:xfrm>
          <a:prstGeom prst="rect">
            <a:avLst/>
          </a:prstGeom>
          <a:noFill/>
        </p:spPr>
        <p:txBody>
          <a:bodyPr wrap="square" lIns="0" tIns="0" rIns="0" bIns="0" anchor="t">
            <a:normAutofit/>
          </a:bodyPr>
          <a:lstStyle/>
          <a:p>
            <a:pPr marL="0" indent="0" algn="l">
              <a:lnSpc>
                <a:spcPts val="3042"/>
              </a:lnSpc>
              <a:buNone/>
            </a:pPr>
            <a:r>
              <a:rPr sz="1500" b="1">
                <a:solidFill>
                  <a:srgbClr val="16222F"/>
                </a:solidFill>
                <a:latin typeface="Arial"/>
                <a:ea typeface="Arial"/>
                <a:cs typeface="Arial"/>
              </a:rPr>
              <a:t>1 millón de vuelos</a:t>
            </a:r>
            <a:endParaRPr sz="2173"/>
          </a:p>
        </p:txBody>
      </p:sp>
      <p:pic>
        <p:nvPicPr>
          <p:cNvPr id="21" name="Image 2">
            <a:extLst>
              <a:ext uri="{FF2B5EF4-FFF2-40B4-BE49-F238E27FC236}">
                <a16:creationId xmlns:a16="http://schemas.microsoft.com/office/drawing/2014/main" id="{30F08918-E30D-4D46-ADAD-7C7E44D83519}"/>
              </a:ext>
            </a:extLst>
          </p:cNvPr>
          <p:cNvPicPr>
            <a:picLocks noChangeAspect="1"/>
          </p:cNvPicPr>
          <p:nvPr/>
        </p:nvPicPr>
        <p:blipFill>
          <a:blip r:embed="rId3"/>
          <a:srcRect/>
          <a:stretch/>
        </p:blipFill>
        <p:spPr>
          <a:xfrm>
            <a:off x="6127750" y="5303044"/>
            <a:ext cx="304800" cy="203200"/>
          </a:xfrm>
          <a:prstGeom prst="rect">
            <a:avLst/>
          </a:prstGeom>
        </p:spPr>
      </p:pic>
      <p:sp>
        <p:nvSpPr>
          <p:cNvPr id="22" name="Shape 17">
            <a:extLst>
              <a:ext uri="{FF2B5EF4-FFF2-40B4-BE49-F238E27FC236}">
                <a16:creationId xmlns:a16="http://schemas.microsoft.com/office/drawing/2014/main" id="{9CE96FA0-8D11-41A3-9D57-67CE71F92C77}"/>
              </a:ext>
            </a:extLst>
          </p:cNvPr>
          <p:cNvSpPr>
            <a:spLocks noGrp="1"/>
          </p:cNvSpPr>
          <p:nvPr/>
        </p:nvSpPr>
        <p:spPr>
          <a:xfrm>
            <a:off x="6537325" y="4970562"/>
            <a:ext cx="2346325" cy="868164"/>
          </a:xfrm>
          <a:prstGeom prst="roundRect">
            <a:avLst>
              <a:gd name="adj" fmla="val 11337"/>
            </a:avLst>
          </a:prstGeom>
          <a:solidFill>
            <a:srgbClr val="FBFAF6"/>
          </a:solidFill>
          <a:ln w="6350">
            <a:solidFill>
              <a:srgbClr val="DAD6C8"/>
            </a:solidFill>
            <a:prstDash val="solid"/>
          </a:ln>
        </p:spPr>
        <p:txBody>
          <a:bodyPr/>
          <a:lstStyle/>
          <a:p>
            <a:endParaRPr/>
          </a:p>
        </p:txBody>
      </p:sp>
      <p:sp>
        <p:nvSpPr>
          <p:cNvPr id="23" name="Text 18">
            <a:extLst>
              <a:ext uri="{FF2B5EF4-FFF2-40B4-BE49-F238E27FC236}">
                <a16:creationId xmlns:a16="http://schemas.microsoft.com/office/drawing/2014/main" id="{35FF9923-C934-46DA-8E93-C34AA2DDE9A4}"/>
              </a:ext>
            </a:extLst>
          </p:cNvPr>
          <p:cNvSpPr>
            <a:spLocks noGrp="1"/>
          </p:cNvSpPr>
          <p:nvPr/>
        </p:nvSpPr>
        <p:spPr>
          <a:xfrm>
            <a:off x="6692900" y="5100737"/>
            <a:ext cx="2096230" cy="229890"/>
          </a:xfrm>
          <a:prstGeom prst="rect">
            <a:avLst/>
          </a:prstGeom>
          <a:noFill/>
        </p:spPr>
        <p:txBody>
          <a:bodyPr wrap="square" lIns="0" tIns="0" rIns="0" bIns="0" anchor="t">
            <a:normAutofit/>
          </a:bodyPr>
          <a:lstStyle/>
          <a:p>
            <a:pPr marL="0" indent="0" algn="l">
              <a:lnSpc>
                <a:spcPts val="1648"/>
              </a:lnSpc>
              <a:buNone/>
            </a:pPr>
            <a:r>
              <a:rPr sz="1177" b="1">
                <a:solidFill>
                  <a:srgbClr val="176B7B"/>
                </a:solidFill>
                <a:latin typeface="Arial"/>
                <a:ea typeface="Arial"/>
                <a:cs typeface="Arial"/>
              </a:rPr>
              <a:t>Evaluación · 2022</a:t>
            </a:r>
            <a:endParaRPr sz="1177"/>
          </a:p>
        </p:txBody>
      </p:sp>
      <p:sp>
        <p:nvSpPr>
          <p:cNvPr id="24" name="Text 19">
            <a:extLst>
              <a:ext uri="{FF2B5EF4-FFF2-40B4-BE49-F238E27FC236}">
                <a16:creationId xmlns:a16="http://schemas.microsoft.com/office/drawing/2014/main" id="{371BF4C8-1249-4BAC-B6A6-4282CC88994A}"/>
              </a:ext>
            </a:extLst>
          </p:cNvPr>
          <p:cNvSpPr>
            <a:spLocks noGrp="1"/>
          </p:cNvSpPr>
          <p:nvPr/>
        </p:nvSpPr>
        <p:spPr>
          <a:xfrm>
            <a:off x="6692900" y="5330627"/>
            <a:ext cx="2096230" cy="403324"/>
          </a:xfrm>
          <a:prstGeom prst="rect">
            <a:avLst/>
          </a:prstGeom>
          <a:noFill/>
        </p:spPr>
        <p:txBody>
          <a:bodyPr wrap="square" lIns="0" tIns="0" rIns="0" bIns="0" anchor="t">
            <a:normAutofit/>
          </a:bodyPr>
          <a:lstStyle/>
          <a:p>
            <a:pPr marL="0" indent="0" algn="l">
              <a:lnSpc>
                <a:spcPts val="3042"/>
              </a:lnSpc>
              <a:buNone/>
            </a:pPr>
            <a:r>
              <a:rPr sz="1200" b="1" dirty="0">
                <a:solidFill>
                  <a:srgbClr val="16222F"/>
                </a:solidFill>
                <a:latin typeface="Arial"/>
                <a:ea typeface="Arial"/>
                <a:cs typeface="Arial"/>
              </a:rPr>
              <a:t>Ene–</a:t>
            </a:r>
            <a:r>
              <a:rPr sz="1200" b="1" dirty="0" err="1">
                <a:solidFill>
                  <a:srgbClr val="16222F"/>
                </a:solidFill>
                <a:latin typeface="Arial"/>
                <a:ea typeface="Arial"/>
                <a:cs typeface="Arial"/>
              </a:rPr>
              <a:t>jul</a:t>
            </a:r>
            <a:r>
              <a:rPr sz="1200" b="1" dirty="0">
                <a:solidFill>
                  <a:srgbClr val="16222F"/>
                </a:solidFill>
                <a:latin typeface="Arial"/>
                <a:ea typeface="Arial"/>
                <a:cs typeface="Arial"/>
              </a:rPr>
              <a:t>; no </a:t>
            </a:r>
            <a:r>
              <a:rPr sz="1200" b="1" dirty="0" err="1">
                <a:solidFill>
                  <a:srgbClr val="16222F"/>
                </a:solidFill>
                <a:latin typeface="Arial"/>
                <a:ea typeface="Arial"/>
                <a:cs typeface="Arial"/>
              </a:rPr>
              <a:t>independiente</a:t>
            </a:r>
            <a:endParaRPr sz="1200" dirty="0"/>
          </a:p>
        </p:txBody>
      </p:sp>
      <p:sp>
        <p:nvSpPr>
          <p:cNvPr id="25" name="Text 20">
            <a:extLst>
              <a:ext uri="{FF2B5EF4-FFF2-40B4-BE49-F238E27FC236}">
                <a16:creationId xmlns:a16="http://schemas.microsoft.com/office/drawing/2014/main" id="{4C19D4FE-635B-471D-B7B6-C44116D1CDB8}"/>
              </a:ext>
            </a:extLst>
          </p:cNvPr>
          <p:cNvSpPr>
            <a:spLocks noGrp="1"/>
          </p:cNvSpPr>
          <p:nvPr/>
        </p:nvSpPr>
        <p:spPr>
          <a:xfrm>
            <a:off x="8988425" y="4967387"/>
            <a:ext cx="2390775" cy="874514"/>
          </a:xfrm>
          <a:prstGeom prst="roundRect">
            <a:avLst>
              <a:gd name="adj" fmla="val 11618"/>
            </a:avLst>
          </a:prstGeom>
          <a:solidFill>
            <a:srgbClr val="E9A23B"/>
          </a:solidFill>
        </p:spPr>
        <p:txBody>
          <a:bodyPr wrap="square" lIns="148042" tIns="97242" rIns="86987" bIns="71842" anchor="t">
            <a:normAutofit/>
          </a:bodyPr>
          <a:lstStyle/>
          <a:p>
            <a:pPr marL="0" indent="0" algn="l">
              <a:lnSpc>
                <a:spcPts val="1750"/>
              </a:lnSpc>
              <a:buNone/>
            </a:pPr>
            <a:r>
              <a:rPr sz="1100" b="1">
                <a:solidFill>
                  <a:srgbClr val="13243B"/>
                </a:solidFill>
                <a:latin typeface="Arial"/>
                <a:ea typeface="Arial"/>
                <a:cs typeface="Arial"/>
              </a:rPr>
              <a:t>2021: entrenamiento ene–sep; validación oct–dic</a:t>
            </a:r>
            <a:endParaRPr sz="1400"/>
          </a:p>
        </p:txBody>
      </p:sp>
      <p:sp>
        <p:nvSpPr>
          <p:cNvPr id="26" name="Text 21">
            <a:extLst>
              <a:ext uri="{FF2B5EF4-FFF2-40B4-BE49-F238E27FC236}">
                <a16:creationId xmlns:a16="http://schemas.microsoft.com/office/drawing/2014/main" id="{6F2514E6-797D-4BF7-BEB3-215A59A079E8}"/>
              </a:ext>
            </a:extLst>
          </p:cNvPr>
          <p:cNvSpPr>
            <a:spLocks noGrp="1"/>
          </p:cNvSpPr>
          <p:nvPr/>
        </p:nvSpPr>
        <p:spPr>
          <a:xfrm>
            <a:off x="812800" y="6242050"/>
            <a:ext cx="8502650" cy="234950"/>
          </a:xfrm>
          <a:prstGeom prst="rect">
            <a:avLst/>
          </a:prstGeom>
          <a:noFill/>
        </p:spPr>
        <p:txBody>
          <a:bodyPr wrap="square" lIns="0" tIns="0" rIns="0" bIns="0" anchor="t">
            <a:normAutofit/>
          </a:bodyPr>
          <a:lstStyle/>
          <a:p>
            <a:pPr marL="0" indent="0" algn="l">
              <a:lnSpc>
                <a:spcPts val="1680"/>
              </a:lnSpc>
              <a:buNone/>
            </a:pPr>
            <a:r>
              <a:rPr sz="1200">
                <a:solidFill>
                  <a:srgbClr val="55606B"/>
                </a:solidFill>
                <a:latin typeface="Arial"/>
                <a:ea typeface="Arial"/>
                <a:cs typeface="Arial"/>
              </a:rPr>
              <a:t>Cifras y gráficos presentados aquí corresponden a salidas recalculadas sin 2020.</a:t>
            </a:r>
            <a:endParaRPr sz="1200"/>
          </a:p>
        </p:txBody>
      </p:sp>
      <p:sp>
        <p:nvSpPr>
          <p:cNvPr id="27" name="Text 22">
            <a:extLst>
              <a:ext uri="{FF2B5EF4-FFF2-40B4-BE49-F238E27FC236}">
                <a16:creationId xmlns:a16="http://schemas.microsoft.com/office/drawing/2014/main" id="{449DBC7B-3362-467C-81FD-F29D138DC2EF}"/>
              </a:ext>
            </a:extLst>
          </p:cNvPr>
          <p:cNvSpPr>
            <a:spLocks noGrp="1"/>
          </p:cNvSpPr>
          <p:nvPr/>
        </p:nvSpPr>
        <p:spPr>
          <a:xfrm>
            <a:off x="10058400" y="6242050"/>
            <a:ext cx="1320800" cy="234950"/>
          </a:xfrm>
          <a:prstGeom prst="rect">
            <a:avLst/>
          </a:prstGeom>
          <a:noFill/>
        </p:spPr>
        <p:txBody>
          <a:bodyPr wrap="square" lIns="0" tIns="0" rIns="0" bIns="0" anchor="t">
            <a:normAutofit/>
          </a:bodyPr>
          <a:lstStyle/>
          <a:p>
            <a:pPr marL="0" indent="0" algn="r">
              <a:lnSpc>
                <a:spcPts val="1680"/>
              </a:lnSpc>
              <a:buNone/>
            </a:pPr>
            <a:r>
              <a:rPr sz="1200">
                <a:solidFill>
                  <a:srgbClr val="55606B"/>
                </a:solidFill>
                <a:latin typeface="Arial"/>
                <a:ea typeface="Arial"/>
                <a:cs typeface="Arial"/>
              </a:rPr>
              <a:t>5</a:t>
            </a:r>
            <a:endParaRPr sz="1200"/>
          </a:p>
        </p:txBody>
      </p:sp>
      <p:sp>
        <p:nvSpPr>
          <p:cNvPr id="28" name="Rounded Rectangle 27">
            <a:extLst>
              <a:ext uri="{FF2B5EF4-FFF2-40B4-BE49-F238E27FC236}">
                <a16:creationId xmlns:a16="http://schemas.microsoft.com/office/drawing/2014/main" id="{CD7834EC-AC37-4D89-87DD-F3B287D2538E}"/>
              </a:ext>
            </a:extLst>
          </p:cNvPr>
          <p:cNvSpPr>
            <a:spLocks noGrp="1"/>
          </p:cNvSpPr>
          <p:nvPr/>
        </p:nvSpPr>
        <p:spPr>
          <a:xfrm>
            <a:off x="950976" y="2011680"/>
            <a:ext cx="5458968" cy="1883664"/>
          </a:xfrm>
          <a:prstGeom prst="roundRect">
            <a:avLst/>
          </a:prstGeom>
          <a:solidFill>
            <a:srgbClr val="F8FAFC"/>
          </a:solidFill>
          <a:ln>
            <a:solidFill>
              <a:srgbClr val="D2DAE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Rounded Rectangle 28">
            <a:extLst>
              <a:ext uri="{FF2B5EF4-FFF2-40B4-BE49-F238E27FC236}">
                <a16:creationId xmlns:a16="http://schemas.microsoft.com/office/drawing/2014/main" id="{01ADFBFB-5E62-4A34-9FFE-67BDA5CB016E}"/>
              </a:ext>
            </a:extLst>
          </p:cNvPr>
          <p:cNvSpPr>
            <a:spLocks noGrp="1"/>
          </p:cNvSpPr>
          <p:nvPr/>
        </p:nvSpPr>
        <p:spPr>
          <a:xfrm>
            <a:off x="1216152" y="2423160"/>
            <a:ext cx="932688" cy="859536"/>
          </a:xfrm>
          <a:prstGeom prst="roundRect">
            <a:avLst/>
          </a:prstGeom>
          <a:solidFill>
            <a:srgbClr val="FFFFFF"/>
          </a:solidFill>
          <a:ln>
            <a:solidFill>
              <a:srgbClr val="23695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900" b="1">
                <a:solidFill>
                  <a:srgbClr val="1A2530"/>
                </a:solidFill>
              </a:rPr>
              <a:t>2018</a:t>
            </a:r>
          </a:p>
          <a:p>
            <a:pPr algn="ctr">
              <a:buNone/>
            </a:pPr>
            <a:r>
              <a:rPr sz="900" b="1">
                <a:solidFill>
                  <a:srgbClr val="236952"/>
                </a:solidFill>
              </a:rPr>
              <a:t>INCLUIDO</a:t>
            </a:r>
          </a:p>
        </p:txBody>
      </p:sp>
      <p:sp>
        <p:nvSpPr>
          <p:cNvPr id="30" name="Rounded Rectangle 29">
            <a:extLst>
              <a:ext uri="{FF2B5EF4-FFF2-40B4-BE49-F238E27FC236}">
                <a16:creationId xmlns:a16="http://schemas.microsoft.com/office/drawing/2014/main" id="{2BF54A28-D86C-4A42-A34A-90574EBCB05C}"/>
              </a:ext>
            </a:extLst>
          </p:cNvPr>
          <p:cNvSpPr>
            <a:spLocks noGrp="1"/>
          </p:cNvSpPr>
          <p:nvPr/>
        </p:nvSpPr>
        <p:spPr>
          <a:xfrm>
            <a:off x="2286000" y="2423160"/>
            <a:ext cx="932688" cy="859536"/>
          </a:xfrm>
          <a:prstGeom prst="roundRect">
            <a:avLst/>
          </a:prstGeom>
          <a:solidFill>
            <a:srgbClr val="FFFFFF"/>
          </a:solidFill>
          <a:ln>
            <a:solidFill>
              <a:srgbClr val="23695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900" b="1">
                <a:solidFill>
                  <a:srgbClr val="1A2530"/>
                </a:solidFill>
              </a:rPr>
              <a:t>2019</a:t>
            </a:r>
          </a:p>
          <a:p>
            <a:pPr algn="ctr">
              <a:buNone/>
            </a:pPr>
            <a:r>
              <a:rPr sz="900" b="1">
                <a:solidFill>
                  <a:srgbClr val="236952"/>
                </a:solidFill>
              </a:rPr>
              <a:t>INCLUIDO</a:t>
            </a:r>
          </a:p>
        </p:txBody>
      </p:sp>
      <p:sp>
        <p:nvSpPr>
          <p:cNvPr id="31" name="Rounded Rectangle 30">
            <a:extLst>
              <a:ext uri="{FF2B5EF4-FFF2-40B4-BE49-F238E27FC236}">
                <a16:creationId xmlns:a16="http://schemas.microsoft.com/office/drawing/2014/main" id="{9A27E694-735B-4E18-ADA9-22C735E28DED}"/>
              </a:ext>
            </a:extLst>
          </p:cNvPr>
          <p:cNvSpPr>
            <a:spLocks noGrp="1"/>
          </p:cNvSpPr>
          <p:nvPr/>
        </p:nvSpPr>
        <p:spPr>
          <a:xfrm>
            <a:off x="3355848" y="2423160"/>
            <a:ext cx="932688" cy="859536"/>
          </a:xfrm>
          <a:prstGeom prst="roundRect">
            <a:avLst/>
          </a:prstGeom>
          <a:solidFill>
            <a:srgbClr val="FFFFFF"/>
          </a:solidFill>
          <a:ln>
            <a:solidFill>
              <a:srgbClr val="B13D3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900" b="1">
                <a:solidFill>
                  <a:srgbClr val="1A2530"/>
                </a:solidFill>
              </a:rPr>
              <a:t>2020</a:t>
            </a:r>
          </a:p>
          <a:p>
            <a:pPr algn="ctr">
              <a:buNone/>
            </a:pPr>
            <a:r>
              <a:rPr sz="900" b="1">
                <a:solidFill>
                  <a:srgbClr val="B13D3D"/>
                </a:solidFill>
              </a:rPr>
              <a:t>EXCLUIDO</a:t>
            </a:r>
          </a:p>
        </p:txBody>
      </p:sp>
      <p:sp>
        <p:nvSpPr>
          <p:cNvPr id="32" name="Rounded Rectangle 31">
            <a:extLst>
              <a:ext uri="{FF2B5EF4-FFF2-40B4-BE49-F238E27FC236}">
                <a16:creationId xmlns:a16="http://schemas.microsoft.com/office/drawing/2014/main" id="{54BF4888-F906-4EB1-9C3B-5AD213A82C62}"/>
              </a:ext>
            </a:extLst>
          </p:cNvPr>
          <p:cNvSpPr>
            <a:spLocks noGrp="1"/>
          </p:cNvSpPr>
          <p:nvPr/>
        </p:nvSpPr>
        <p:spPr>
          <a:xfrm>
            <a:off x="4425696" y="2423160"/>
            <a:ext cx="932688" cy="859536"/>
          </a:xfrm>
          <a:prstGeom prst="roundRect">
            <a:avLst/>
          </a:prstGeom>
          <a:solidFill>
            <a:srgbClr val="FFFFFF"/>
          </a:solidFill>
          <a:ln>
            <a:solidFill>
              <a:srgbClr val="23695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900" b="1">
                <a:solidFill>
                  <a:srgbClr val="1A2530"/>
                </a:solidFill>
              </a:rPr>
              <a:t>2021</a:t>
            </a:r>
          </a:p>
          <a:p>
            <a:pPr algn="ctr">
              <a:buNone/>
            </a:pPr>
            <a:r>
              <a:rPr sz="900" b="1">
                <a:solidFill>
                  <a:srgbClr val="236952"/>
                </a:solidFill>
              </a:rPr>
              <a:t>INCLUIDO</a:t>
            </a:r>
          </a:p>
        </p:txBody>
      </p:sp>
      <p:sp>
        <p:nvSpPr>
          <p:cNvPr id="33" name="Rounded Rectangle 32">
            <a:extLst>
              <a:ext uri="{FF2B5EF4-FFF2-40B4-BE49-F238E27FC236}">
                <a16:creationId xmlns:a16="http://schemas.microsoft.com/office/drawing/2014/main" id="{8A85610D-77C1-49B5-82C2-EBDB375971BD}"/>
              </a:ext>
            </a:extLst>
          </p:cNvPr>
          <p:cNvSpPr>
            <a:spLocks noGrp="1"/>
          </p:cNvSpPr>
          <p:nvPr/>
        </p:nvSpPr>
        <p:spPr>
          <a:xfrm>
            <a:off x="5495544" y="2423160"/>
            <a:ext cx="932688" cy="859536"/>
          </a:xfrm>
          <a:prstGeom prst="roundRect">
            <a:avLst/>
          </a:prstGeom>
          <a:solidFill>
            <a:srgbClr val="FFFFFF"/>
          </a:solidFill>
          <a:ln>
            <a:solidFill>
              <a:srgbClr val="23695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900" b="1">
                <a:solidFill>
                  <a:srgbClr val="1A2530"/>
                </a:solidFill>
              </a:rPr>
              <a:t>2022</a:t>
            </a:r>
          </a:p>
          <a:p>
            <a:pPr algn="ctr">
              <a:buNone/>
            </a:pPr>
            <a:r>
              <a:rPr sz="900" b="1">
                <a:solidFill>
                  <a:srgbClr val="236952"/>
                </a:solidFill>
              </a:rPr>
              <a:t>ENE–JUL</a:t>
            </a:r>
          </a:p>
        </p:txBody>
      </p:sp>
      <p:sp>
        <p:nvSpPr>
          <p:cNvPr id="34" name="TextBox 33">
            <a:extLst>
              <a:ext uri="{FF2B5EF4-FFF2-40B4-BE49-F238E27FC236}">
                <a16:creationId xmlns:a16="http://schemas.microsoft.com/office/drawing/2014/main" id="{D5B77EE1-C3B7-4C15-840A-A96550E42FA1}"/>
              </a:ext>
            </a:extLst>
          </p:cNvPr>
          <p:cNvSpPr>
            <a:spLocks noGrp="1"/>
          </p:cNvSpPr>
          <p:nvPr/>
        </p:nvSpPr>
        <p:spPr>
          <a:xfrm>
            <a:off x="1179576" y="3410712"/>
            <a:ext cx="5001768" cy="320040"/>
          </a:xfrm>
          <a:prstGeom prst="rect">
            <a:avLst/>
          </a:prstGeom>
          <a:noFill/>
        </p:spPr>
        <p:txBody>
          <a:bodyPr wrap="none">
            <a:spAutoFit/>
          </a:bodyPr>
          <a:lstStyle/>
          <a:p>
            <a:pPr algn="ctr">
              <a:buNone/>
            </a:pPr>
            <a:r>
              <a:rPr sz="1100">
                <a:solidFill>
                  <a:srgbClr val="3D4957"/>
                </a:solidFill>
              </a:rPr>
              <a:t>Periodo analítico: 2018, 2019, 2021 y enero–julio de 2022</a:t>
            </a:r>
          </a:p>
        </p:txBody>
      </p:sp>
    </p:spTree>
    <p:extLst>
      <p:ext uri="{BB962C8B-B14F-4D97-AF65-F5344CB8AC3E}">
        <p14:creationId xmlns:p14="http://schemas.microsoft.com/office/powerpoint/2010/main" val="643956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4AB9ECE-29D6-4384-BD57-42634F98B658}"/>
              </a:ext>
            </a:extLst>
          </p:cNvPr>
          <p:cNvSpPr>
            <a:spLocks noGrp="1"/>
          </p:cNvSpPr>
          <p:nvPr/>
        </p:nvSpPr>
        <p:spPr>
          <a:xfrm>
            <a:off x="812800" y="812800"/>
            <a:ext cx="10883392" cy="273050"/>
          </a:xfrm>
          <a:prstGeom prst="rect">
            <a:avLst/>
          </a:prstGeom>
          <a:noFill/>
        </p:spPr>
        <p:txBody>
          <a:bodyPr wrap="square" lIns="0" tIns="0" rIns="0" bIns="0" anchor="t">
            <a:normAutofit/>
          </a:bodyPr>
          <a:lstStyle/>
          <a:p>
            <a:pPr marL="0" indent="0" algn="l">
              <a:lnSpc>
                <a:spcPts val="1960"/>
              </a:lnSpc>
              <a:buNone/>
            </a:pPr>
            <a:r>
              <a:rPr sz="1400" b="1" spc="100">
                <a:solidFill>
                  <a:srgbClr val="176B7B"/>
                </a:solidFill>
                <a:latin typeface="Arial"/>
                <a:ea typeface="Arial"/>
                <a:cs typeface="Arial"/>
              </a:rPr>
              <a:t>3 · LO QUE APRENDIMOS · HALLAZGO 3</a:t>
            </a:r>
            <a:endParaRPr sz="1400"/>
          </a:p>
        </p:txBody>
      </p:sp>
      <p:sp>
        <p:nvSpPr>
          <p:cNvPr id="3" name="Text 1">
            <a:extLst>
              <a:ext uri="{FF2B5EF4-FFF2-40B4-BE49-F238E27FC236}">
                <a16:creationId xmlns:a16="http://schemas.microsoft.com/office/drawing/2014/main" id="{3D267144-6284-405B-A1CE-0A7DE3857EB2}"/>
              </a:ext>
            </a:extLst>
          </p:cNvPr>
          <p:cNvSpPr>
            <a:spLocks noGrp="1"/>
          </p:cNvSpPr>
          <p:nvPr>
            <p:ph type="title"/>
          </p:nvPr>
        </p:nvSpPr>
        <p:spPr>
          <a:xfrm>
            <a:off x="812800" y="1314450"/>
            <a:ext cx="10883392" cy="412750"/>
          </a:xfrm>
          <a:prstGeom prst="rect">
            <a:avLst/>
          </a:prstGeom>
          <a:noFill/>
        </p:spPr>
        <p:txBody>
          <a:bodyPr wrap="square" lIns="0" tIns="0" rIns="0" bIns="0" anchor="t">
            <a:normAutofit/>
          </a:bodyPr>
          <a:lstStyle/>
          <a:p>
            <a:pPr marL="0" indent="0" algn="l">
              <a:lnSpc>
                <a:spcPts val="3080"/>
              </a:lnSpc>
              <a:buNone/>
            </a:pPr>
            <a:r>
              <a:rPr sz="2800" b="1" i="0">
                <a:solidFill>
                  <a:srgbClr val="16222F"/>
                </a:solidFill>
                <a:latin typeface="Arial"/>
                <a:ea typeface="Arial"/>
                <a:cs typeface="Arial"/>
              </a:rPr>
              <a:t>Lo que no se sabe antes de salir no entra al modelo</a:t>
            </a:r>
            <a:endParaRPr sz="2800"/>
          </a:p>
        </p:txBody>
      </p:sp>
      <p:sp>
        <p:nvSpPr>
          <p:cNvPr id="4" name="Shape 2">
            <a:extLst>
              <a:ext uri="{FF2B5EF4-FFF2-40B4-BE49-F238E27FC236}">
                <a16:creationId xmlns:a16="http://schemas.microsoft.com/office/drawing/2014/main" id="{E07FF2CF-F3DD-44FE-BD50-CB431C53E5BC}"/>
              </a:ext>
            </a:extLst>
          </p:cNvPr>
          <p:cNvSpPr>
            <a:spLocks noGrp="1"/>
          </p:cNvSpPr>
          <p:nvPr/>
        </p:nvSpPr>
        <p:spPr>
          <a:xfrm>
            <a:off x="812800" y="1955800"/>
            <a:ext cx="3302000" cy="2501900"/>
          </a:xfrm>
          <a:prstGeom prst="roundRect">
            <a:avLst>
              <a:gd name="adj" fmla="val 4061"/>
            </a:avLst>
          </a:prstGeom>
          <a:solidFill>
            <a:srgbClr val="13243B"/>
          </a:solidFill>
        </p:spPr>
        <p:txBody>
          <a:bodyPr/>
          <a:lstStyle/>
          <a:p>
            <a:endParaRPr/>
          </a:p>
        </p:txBody>
      </p:sp>
      <p:sp>
        <p:nvSpPr>
          <p:cNvPr id="5" name="Text 3">
            <a:extLst>
              <a:ext uri="{FF2B5EF4-FFF2-40B4-BE49-F238E27FC236}">
                <a16:creationId xmlns:a16="http://schemas.microsoft.com/office/drawing/2014/main" id="{F13FAEFE-7BE8-4914-AB30-53B29CEFE4CC}"/>
              </a:ext>
            </a:extLst>
          </p:cNvPr>
          <p:cNvSpPr>
            <a:spLocks noGrp="1"/>
          </p:cNvSpPr>
          <p:nvPr/>
        </p:nvSpPr>
        <p:spPr>
          <a:xfrm>
            <a:off x="1041400" y="2266950"/>
            <a:ext cx="2930144" cy="787400"/>
          </a:xfrm>
          <a:prstGeom prst="rect">
            <a:avLst/>
          </a:prstGeom>
          <a:noFill/>
        </p:spPr>
        <p:txBody>
          <a:bodyPr wrap="square" lIns="0" tIns="0" rIns="0" bIns="0" anchor="t">
            <a:normAutofit/>
          </a:bodyPr>
          <a:lstStyle/>
          <a:p>
            <a:pPr marL="0" indent="0" algn="l">
              <a:lnSpc>
                <a:spcPts val="6000"/>
              </a:lnSpc>
              <a:buNone/>
            </a:pPr>
            <a:r>
              <a:rPr sz="6000" b="1">
                <a:solidFill>
                  <a:srgbClr val="E9A23B"/>
                </a:solidFill>
                <a:latin typeface="Arial"/>
                <a:ea typeface="Arial"/>
                <a:cs typeface="Arial"/>
              </a:rPr>
              <a:t>0,9669</a:t>
            </a:r>
            <a:endParaRPr sz="6000"/>
          </a:p>
        </p:txBody>
      </p:sp>
      <p:sp>
        <p:nvSpPr>
          <p:cNvPr id="6" name="Text 4">
            <a:extLst>
              <a:ext uri="{FF2B5EF4-FFF2-40B4-BE49-F238E27FC236}">
                <a16:creationId xmlns:a16="http://schemas.microsoft.com/office/drawing/2014/main" id="{3DB658C7-15F0-4EB5-B5F3-D8F847942947}"/>
              </a:ext>
            </a:extLst>
          </p:cNvPr>
          <p:cNvSpPr>
            <a:spLocks noGrp="1"/>
          </p:cNvSpPr>
          <p:nvPr/>
        </p:nvSpPr>
        <p:spPr>
          <a:xfrm>
            <a:off x="1041400" y="3130550"/>
            <a:ext cx="2930144" cy="520700"/>
          </a:xfrm>
          <a:prstGeom prst="rect">
            <a:avLst/>
          </a:prstGeom>
          <a:noFill/>
        </p:spPr>
        <p:txBody>
          <a:bodyPr wrap="square" lIns="0" tIns="0" rIns="0" bIns="0" anchor="t">
            <a:normAutofit/>
          </a:bodyPr>
          <a:lstStyle/>
          <a:p>
            <a:pPr marL="0" indent="0" algn="l">
              <a:lnSpc>
                <a:spcPts val="1950"/>
              </a:lnSpc>
              <a:buNone/>
            </a:pPr>
            <a:r>
              <a:rPr sz="1500">
                <a:solidFill>
                  <a:srgbClr val="F5F3EC"/>
                </a:solidFill>
                <a:latin typeface="Arial"/>
                <a:ea typeface="Arial"/>
                <a:cs typeface="Arial"/>
              </a:rPr>
              <a:t>correlación entre el retraso de salida y el de llegada (Pearson)</a:t>
            </a:r>
            <a:endParaRPr sz="1500"/>
          </a:p>
        </p:txBody>
      </p:sp>
      <p:sp>
        <p:nvSpPr>
          <p:cNvPr id="7" name="Text 5">
            <a:extLst>
              <a:ext uri="{FF2B5EF4-FFF2-40B4-BE49-F238E27FC236}">
                <a16:creationId xmlns:a16="http://schemas.microsoft.com/office/drawing/2014/main" id="{FAFA8676-6E6B-4E8D-9203-E357D8F50DB6}"/>
              </a:ext>
            </a:extLst>
          </p:cNvPr>
          <p:cNvSpPr>
            <a:spLocks noGrp="1"/>
          </p:cNvSpPr>
          <p:nvPr/>
        </p:nvSpPr>
        <p:spPr>
          <a:xfrm>
            <a:off x="1041400" y="3727450"/>
            <a:ext cx="2930144" cy="444500"/>
          </a:xfrm>
          <a:prstGeom prst="rect">
            <a:avLst/>
          </a:prstGeom>
          <a:noFill/>
        </p:spPr>
        <p:txBody>
          <a:bodyPr wrap="square" lIns="0" tIns="0" rIns="0" bIns="0" anchor="t">
            <a:normAutofit/>
          </a:bodyPr>
          <a:lstStyle/>
          <a:p>
            <a:pPr marL="0" indent="0" algn="l">
              <a:lnSpc>
                <a:spcPts val="1690"/>
              </a:lnSpc>
              <a:buNone/>
            </a:pPr>
            <a:r>
              <a:rPr sz="1300">
                <a:solidFill>
                  <a:srgbClr val="B8C4D2"/>
                </a:solidFill>
                <a:latin typeface="Arial"/>
                <a:ea typeface="Arial"/>
                <a:cs typeface="Arial"/>
              </a:rPr>
              <a:t>0,6584 en Spearman; misma muestra completa de 100.000 vuelos</a:t>
            </a:r>
            <a:endParaRPr sz="1300"/>
          </a:p>
        </p:txBody>
      </p:sp>
      <p:sp>
        <p:nvSpPr>
          <p:cNvPr id="8" name="Shape 6">
            <a:extLst>
              <a:ext uri="{FF2B5EF4-FFF2-40B4-BE49-F238E27FC236}">
                <a16:creationId xmlns:a16="http://schemas.microsoft.com/office/drawing/2014/main" id="{72B15B49-B4A6-4421-9F8E-96386852DC3C}"/>
              </a:ext>
            </a:extLst>
          </p:cNvPr>
          <p:cNvSpPr>
            <a:spLocks noGrp="1"/>
          </p:cNvSpPr>
          <p:nvPr/>
        </p:nvSpPr>
        <p:spPr>
          <a:xfrm>
            <a:off x="4321175" y="1958975"/>
            <a:ext cx="3422650" cy="2495550"/>
          </a:xfrm>
          <a:prstGeom prst="roundRect">
            <a:avLst>
              <a:gd name="adj" fmla="val 3944"/>
            </a:avLst>
          </a:prstGeom>
          <a:solidFill>
            <a:srgbClr val="FBFAF6"/>
          </a:solidFill>
          <a:ln w="6350">
            <a:solidFill>
              <a:srgbClr val="DAD6C8"/>
            </a:solidFill>
            <a:prstDash val="solid"/>
          </a:ln>
        </p:spPr>
        <p:txBody>
          <a:bodyPr/>
          <a:lstStyle/>
          <a:p>
            <a:endParaRPr/>
          </a:p>
        </p:txBody>
      </p:sp>
      <p:sp>
        <p:nvSpPr>
          <p:cNvPr id="9" name="Text 7">
            <a:extLst>
              <a:ext uri="{FF2B5EF4-FFF2-40B4-BE49-F238E27FC236}">
                <a16:creationId xmlns:a16="http://schemas.microsoft.com/office/drawing/2014/main" id="{5FAE4228-C033-4624-BD04-2AF17733B2B6}"/>
              </a:ext>
            </a:extLst>
          </p:cNvPr>
          <p:cNvSpPr>
            <a:spLocks noGrp="1"/>
          </p:cNvSpPr>
          <p:nvPr/>
        </p:nvSpPr>
        <p:spPr>
          <a:xfrm>
            <a:off x="4502150" y="2139950"/>
            <a:ext cx="3152521" cy="533400"/>
          </a:xfrm>
          <a:prstGeom prst="rect">
            <a:avLst/>
          </a:prstGeom>
          <a:noFill/>
        </p:spPr>
        <p:txBody>
          <a:bodyPr wrap="square" lIns="0" tIns="0" rIns="0" bIns="0" anchor="t">
            <a:normAutofit/>
          </a:bodyPr>
          <a:lstStyle/>
          <a:p>
            <a:pPr marL="0" indent="0" algn="l">
              <a:lnSpc>
                <a:spcPts val="2040"/>
              </a:lnSpc>
              <a:buNone/>
            </a:pPr>
            <a:r>
              <a:rPr sz="1700" b="1">
                <a:solidFill>
                  <a:srgbClr val="176B7B"/>
                </a:solidFill>
                <a:latin typeface="Arial"/>
                <a:ea typeface="Arial"/>
                <a:cs typeface="Arial"/>
              </a:rPr>
              <a:t>Entra: se conoce antes de salir</a:t>
            </a:r>
            <a:endParaRPr sz="1700"/>
          </a:p>
        </p:txBody>
      </p:sp>
      <p:sp>
        <p:nvSpPr>
          <p:cNvPr id="10" name="Text 8">
            <a:extLst>
              <a:ext uri="{FF2B5EF4-FFF2-40B4-BE49-F238E27FC236}">
                <a16:creationId xmlns:a16="http://schemas.microsoft.com/office/drawing/2014/main" id="{047A1DF3-3AC0-4EB3-B7BF-E3F447F3DADD}"/>
              </a:ext>
            </a:extLst>
          </p:cNvPr>
          <p:cNvSpPr>
            <a:spLocks noGrp="1"/>
          </p:cNvSpPr>
          <p:nvPr/>
        </p:nvSpPr>
        <p:spPr>
          <a:xfrm>
            <a:off x="4599432" y="2749550"/>
            <a:ext cx="3047619" cy="1549400"/>
          </a:xfrm>
          <a:prstGeom prst="rect">
            <a:avLst/>
          </a:prstGeom>
          <a:noFill/>
        </p:spPr>
        <p:txBody>
          <a:bodyPr wrap="square" lIns="0" tIns="0" rIns="0" bIns="0" anchor="t">
            <a:normAutofit/>
          </a:bodyPr>
          <a:lstStyle/>
          <a:p>
            <a:pPr marL="156718" indent="-156718" algn="l">
              <a:lnSpc>
                <a:spcPts val="2030"/>
              </a:lnSpc>
              <a:buSzPct val="100000"/>
              <a:buChar char="•"/>
            </a:pPr>
            <a:r>
              <a:rPr sz="1400">
                <a:solidFill>
                  <a:srgbClr val="16222F"/>
                </a:solidFill>
                <a:latin typeface="Arial"/>
                <a:ea typeface="Arial"/>
                <a:cs typeface="Arial"/>
              </a:rPr>
              <a:t>Aerolínea operadora</a:t>
            </a:r>
            <a:endParaRPr sz="1400"/>
          </a:p>
          <a:p>
            <a:pPr marL="156718" indent="-156718" algn="l">
              <a:lnSpc>
                <a:spcPts val="2030"/>
              </a:lnSpc>
              <a:buSzPct val="100000"/>
              <a:buChar char="•"/>
            </a:pPr>
            <a:r>
              <a:rPr sz="1400">
                <a:solidFill>
                  <a:srgbClr val="16222F"/>
                </a:solidFill>
                <a:latin typeface="Arial"/>
                <a:ea typeface="Arial"/>
                <a:cs typeface="Arial"/>
              </a:rPr>
              <a:t>Aeropuerto de origen y de destino</a:t>
            </a:r>
            <a:endParaRPr sz="1400"/>
          </a:p>
          <a:p>
            <a:pPr marL="156718" indent="-156718" algn="l">
              <a:lnSpc>
                <a:spcPts val="2030"/>
              </a:lnSpc>
              <a:buSzPct val="100000"/>
              <a:buChar char="•"/>
            </a:pPr>
            <a:r>
              <a:rPr sz="1400">
                <a:solidFill>
                  <a:srgbClr val="16222F"/>
                </a:solidFill>
                <a:latin typeface="Arial"/>
                <a:ea typeface="Arial"/>
                <a:cs typeface="Arial"/>
              </a:rPr>
              <a:t>Día de la semana</a:t>
            </a:r>
            <a:endParaRPr sz="1400"/>
          </a:p>
          <a:p>
            <a:pPr marL="156718" indent="-156718" algn="l">
              <a:lnSpc>
                <a:spcPts val="2030"/>
              </a:lnSpc>
              <a:buSzPct val="100000"/>
              <a:buChar char="•"/>
            </a:pPr>
            <a:r>
              <a:rPr sz="1400">
                <a:solidFill>
                  <a:srgbClr val="16222F"/>
                </a:solidFill>
                <a:latin typeface="Arial"/>
                <a:ea typeface="Arial"/>
                <a:cs typeface="Arial"/>
              </a:rPr>
              <a:t>Hora programada de salida</a:t>
            </a:r>
            <a:endParaRPr sz="1400"/>
          </a:p>
          <a:p>
            <a:pPr marL="156718" indent="-156718" algn="l">
              <a:lnSpc>
                <a:spcPts val="2030"/>
              </a:lnSpc>
              <a:buSzPct val="100000"/>
              <a:buChar char="•"/>
            </a:pPr>
            <a:r>
              <a:rPr sz="1400">
                <a:solidFill>
                  <a:srgbClr val="16222F"/>
                </a:solidFill>
                <a:latin typeface="Arial"/>
                <a:ea typeface="Arial"/>
                <a:cs typeface="Arial"/>
              </a:rPr>
              <a:t>Distancia</a:t>
            </a:r>
            <a:endParaRPr sz="1400"/>
          </a:p>
          <a:p>
            <a:pPr marL="156718" indent="-156718" algn="l">
              <a:lnSpc>
                <a:spcPts val="2030"/>
              </a:lnSpc>
              <a:buSzPct val="100000"/>
              <a:buChar char="•"/>
            </a:pPr>
            <a:r>
              <a:rPr sz="1400">
                <a:solidFill>
                  <a:srgbClr val="16222F"/>
                </a:solidFill>
                <a:latin typeface="Arial"/>
                <a:ea typeface="Arial"/>
                <a:cs typeface="Arial"/>
              </a:rPr>
              <a:t>Duración programada</a:t>
            </a:r>
            <a:endParaRPr sz="1400"/>
          </a:p>
        </p:txBody>
      </p:sp>
      <p:sp>
        <p:nvSpPr>
          <p:cNvPr id="11" name="Shape 9">
            <a:extLst>
              <a:ext uri="{FF2B5EF4-FFF2-40B4-BE49-F238E27FC236}">
                <a16:creationId xmlns:a16="http://schemas.microsoft.com/office/drawing/2014/main" id="{893F140D-1CC0-4F04-8193-9EBCA1599F8D}"/>
              </a:ext>
            </a:extLst>
          </p:cNvPr>
          <p:cNvSpPr>
            <a:spLocks noGrp="1"/>
          </p:cNvSpPr>
          <p:nvPr/>
        </p:nvSpPr>
        <p:spPr>
          <a:xfrm>
            <a:off x="7953375" y="1958975"/>
            <a:ext cx="3422650" cy="2495550"/>
          </a:xfrm>
          <a:prstGeom prst="roundRect">
            <a:avLst>
              <a:gd name="adj" fmla="val 3944"/>
            </a:avLst>
          </a:prstGeom>
          <a:solidFill>
            <a:srgbClr val="FBFAF6"/>
          </a:solidFill>
          <a:ln w="6350">
            <a:solidFill>
              <a:srgbClr val="DAD6C8"/>
            </a:solidFill>
            <a:prstDash val="solid"/>
          </a:ln>
        </p:spPr>
        <p:txBody>
          <a:bodyPr/>
          <a:lstStyle/>
          <a:p>
            <a:endParaRPr/>
          </a:p>
        </p:txBody>
      </p:sp>
      <p:sp>
        <p:nvSpPr>
          <p:cNvPr id="12" name="Text 10">
            <a:extLst>
              <a:ext uri="{FF2B5EF4-FFF2-40B4-BE49-F238E27FC236}">
                <a16:creationId xmlns:a16="http://schemas.microsoft.com/office/drawing/2014/main" id="{0021AE2A-D1D8-4CF8-9055-79ED7917D262}"/>
              </a:ext>
            </a:extLst>
          </p:cNvPr>
          <p:cNvSpPr>
            <a:spLocks noGrp="1"/>
          </p:cNvSpPr>
          <p:nvPr/>
        </p:nvSpPr>
        <p:spPr>
          <a:xfrm>
            <a:off x="8134350" y="2139950"/>
            <a:ext cx="3152521" cy="279400"/>
          </a:xfrm>
          <a:prstGeom prst="rect">
            <a:avLst/>
          </a:prstGeom>
          <a:noFill/>
        </p:spPr>
        <p:txBody>
          <a:bodyPr wrap="square" lIns="0" tIns="0" rIns="0" bIns="0" anchor="t">
            <a:normAutofit/>
          </a:bodyPr>
          <a:lstStyle/>
          <a:p>
            <a:pPr marL="0" indent="0" algn="l">
              <a:lnSpc>
                <a:spcPts val="2040"/>
              </a:lnSpc>
              <a:buNone/>
            </a:pPr>
            <a:r>
              <a:rPr sz="1700" b="1">
                <a:solidFill>
                  <a:srgbClr val="8A5A0A"/>
                </a:solidFill>
                <a:latin typeface="Arial"/>
                <a:ea typeface="Arial"/>
                <a:cs typeface="Arial"/>
              </a:rPr>
              <a:t>No entra: fuga de datos</a:t>
            </a:r>
            <a:endParaRPr sz="1700"/>
          </a:p>
        </p:txBody>
      </p:sp>
      <p:sp>
        <p:nvSpPr>
          <p:cNvPr id="13" name="Text 11">
            <a:extLst>
              <a:ext uri="{FF2B5EF4-FFF2-40B4-BE49-F238E27FC236}">
                <a16:creationId xmlns:a16="http://schemas.microsoft.com/office/drawing/2014/main" id="{500BEE7D-2AC0-4F89-AF47-3767C1C6788F}"/>
              </a:ext>
            </a:extLst>
          </p:cNvPr>
          <p:cNvSpPr>
            <a:spLocks noGrp="1"/>
          </p:cNvSpPr>
          <p:nvPr/>
        </p:nvSpPr>
        <p:spPr>
          <a:xfrm>
            <a:off x="8231632" y="2495550"/>
            <a:ext cx="3047619" cy="1041400"/>
          </a:xfrm>
          <a:prstGeom prst="rect">
            <a:avLst/>
          </a:prstGeom>
          <a:noFill/>
        </p:spPr>
        <p:txBody>
          <a:bodyPr wrap="square" lIns="0" tIns="0" rIns="0" bIns="0" anchor="t">
            <a:normAutofit/>
          </a:bodyPr>
          <a:lstStyle/>
          <a:p>
            <a:pPr marL="156718" indent="-156718" algn="l">
              <a:lnSpc>
                <a:spcPts val="2030"/>
              </a:lnSpc>
              <a:buSzPct val="100000"/>
              <a:buChar char="•"/>
            </a:pPr>
            <a:r>
              <a:rPr sz="1400">
                <a:solidFill>
                  <a:srgbClr val="16222F"/>
                </a:solidFill>
                <a:latin typeface="Arial"/>
                <a:ea typeface="Arial"/>
                <a:cs typeface="Arial"/>
              </a:rPr>
              <a:t>Retraso de salida</a:t>
            </a:r>
            <a:endParaRPr sz="1400"/>
          </a:p>
          <a:p>
            <a:pPr marL="156718" indent="-156718" algn="l">
              <a:lnSpc>
                <a:spcPts val="2030"/>
              </a:lnSpc>
              <a:buSzPct val="100000"/>
              <a:buChar char="•"/>
            </a:pPr>
            <a:r>
              <a:rPr sz="1400">
                <a:solidFill>
                  <a:srgbClr val="16222F"/>
                </a:solidFill>
                <a:latin typeface="Arial"/>
                <a:ea typeface="Arial"/>
                <a:cs typeface="Arial"/>
              </a:rPr>
              <a:t>Tiempo de rodaje (salida y llegada)</a:t>
            </a:r>
            <a:endParaRPr sz="1400"/>
          </a:p>
          <a:p>
            <a:pPr marL="156718" indent="-156718" algn="l">
              <a:lnSpc>
                <a:spcPts val="2030"/>
              </a:lnSpc>
              <a:buSzPct val="100000"/>
              <a:buChar char="•"/>
            </a:pPr>
            <a:r>
              <a:rPr sz="1400">
                <a:solidFill>
                  <a:srgbClr val="16222F"/>
                </a:solidFill>
                <a:latin typeface="Arial"/>
                <a:ea typeface="Arial"/>
                <a:cs typeface="Arial"/>
              </a:rPr>
              <a:t>Horas reales de salida y llegada</a:t>
            </a:r>
            <a:endParaRPr sz="1400"/>
          </a:p>
          <a:p>
            <a:pPr marL="156718" indent="-156718" algn="l">
              <a:lnSpc>
                <a:spcPts val="2030"/>
              </a:lnSpc>
              <a:buSzPct val="100000"/>
              <a:buChar char="•"/>
            </a:pPr>
            <a:r>
              <a:rPr sz="1400">
                <a:solidFill>
                  <a:srgbClr val="16222F"/>
                </a:solidFill>
                <a:latin typeface="Arial"/>
                <a:ea typeface="Arial"/>
                <a:cs typeface="Arial"/>
              </a:rPr>
              <a:t>Duración real del vuelo</a:t>
            </a:r>
            <a:endParaRPr sz="1400"/>
          </a:p>
        </p:txBody>
      </p:sp>
      <p:sp>
        <p:nvSpPr>
          <p:cNvPr id="14" name="Shape 12">
            <a:extLst>
              <a:ext uri="{FF2B5EF4-FFF2-40B4-BE49-F238E27FC236}">
                <a16:creationId xmlns:a16="http://schemas.microsoft.com/office/drawing/2014/main" id="{361B18BC-46BB-4E3B-ABDF-8E9D25B2C1D4}"/>
              </a:ext>
            </a:extLst>
          </p:cNvPr>
          <p:cNvSpPr>
            <a:spLocks noGrp="1"/>
          </p:cNvSpPr>
          <p:nvPr/>
        </p:nvSpPr>
        <p:spPr>
          <a:xfrm>
            <a:off x="812800" y="4711700"/>
            <a:ext cx="10566400" cy="552450"/>
          </a:xfrm>
          <a:prstGeom prst="roundRect">
            <a:avLst>
              <a:gd name="adj" fmla="val 18391"/>
            </a:avLst>
          </a:prstGeom>
          <a:solidFill>
            <a:srgbClr val="E9A23B"/>
          </a:solidFill>
        </p:spPr>
        <p:txBody>
          <a:bodyPr/>
          <a:lstStyle/>
          <a:p>
            <a:endParaRPr/>
          </a:p>
        </p:txBody>
      </p:sp>
      <p:sp>
        <p:nvSpPr>
          <p:cNvPr id="15" name="Text 13">
            <a:extLst>
              <a:ext uri="{FF2B5EF4-FFF2-40B4-BE49-F238E27FC236}">
                <a16:creationId xmlns:a16="http://schemas.microsoft.com/office/drawing/2014/main" id="{B2B0A952-2C67-4B31-A1C9-5EE27651B68B}"/>
              </a:ext>
            </a:extLst>
          </p:cNvPr>
          <p:cNvSpPr>
            <a:spLocks noGrp="1"/>
          </p:cNvSpPr>
          <p:nvPr/>
        </p:nvSpPr>
        <p:spPr>
          <a:xfrm>
            <a:off x="1016000" y="4838700"/>
            <a:ext cx="10464800" cy="323850"/>
          </a:xfrm>
          <a:prstGeom prst="rect">
            <a:avLst/>
          </a:prstGeom>
          <a:noFill/>
        </p:spPr>
        <p:txBody>
          <a:bodyPr wrap="square" lIns="0" tIns="0" rIns="0" bIns="0" anchor="t">
            <a:normAutofit/>
          </a:bodyPr>
          <a:lstStyle/>
          <a:p>
            <a:pPr marL="0" indent="0" algn="l">
              <a:lnSpc>
                <a:spcPts val="2380"/>
              </a:lnSpc>
              <a:buNone/>
            </a:pPr>
            <a:r>
              <a:rPr sz="1700" b="1">
                <a:solidFill>
                  <a:srgbClr val="13243B"/>
                </a:solidFill>
                <a:latin typeface="Arial"/>
                <a:ea typeface="Arial"/>
                <a:cs typeface="Arial"/>
              </a:rPr>
              <a:t>Preferimos un modelo modesto y honesto a uno espectacular e inútil.</a:t>
            </a:r>
            <a:endParaRPr sz="1700"/>
          </a:p>
        </p:txBody>
      </p:sp>
      <p:sp>
        <p:nvSpPr>
          <p:cNvPr id="16" name="Text 14">
            <a:extLst>
              <a:ext uri="{FF2B5EF4-FFF2-40B4-BE49-F238E27FC236}">
                <a16:creationId xmlns:a16="http://schemas.microsoft.com/office/drawing/2014/main" id="{C988799C-60D7-48E2-BB31-9885ECF98FE9}"/>
              </a:ext>
            </a:extLst>
          </p:cNvPr>
          <p:cNvSpPr>
            <a:spLocks noGrp="1"/>
          </p:cNvSpPr>
          <p:nvPr/>
        </p:nvSpPr>
        <p:spPr>
          <a:xfrm>
            <a:off x="812800" y="6242050"/>
            <a:ext cx="8502650" cy="234950"/>
          </a:xfrm>
          <a:prstGeom prst="rect">
            <a:avLst/>
          </a:prstGeom>
          <a:noFill/>
        </p:spPr>
        <p:txBody>
          <a:bodyPr wrap="square" lIns="0" tIns="0" rIns="0" bIns="0" anchor="t">
            <a:normAutofit/>
          </a:bodyPr>
          <a:lstStyle/>
          <a:p>
            <a:pPr marL="0" indent="0" algn="l">
              <a:lnSpc>
                <a:spcPts val="1680"/>
              </a:lnSpc>
              <a:buNone/>
            </a:pPr>
            <a:r>
              <a:rPr sz="1200">
                <a:solidFill>
                  <a:srgbClr val="55606B"/>
                </a:solidFill>
                <a:latin typeface="Arial"/>
                <a:ea typeface="Arial"/>
                <a:cs typeface="Arial"/>
              </a:rPr>
              <a:t>Fuente: EDA recalculado; Pearson en valores originales y Spearman en rangos. Asociación, no causalidad.</a:t>
            </a:r>
            <a:endParaRPr sz="1200"/>
          </a:p>
        </p:txBody>
      </p:sp>
      <p:sp>
        <p:nvSpPr>
          <p:cNvPr id="17" name="Text 15">
            <a:extLst>
              <a:ext uri="{FF2B5EF4-FFF2-40B4-BE49-F238E27FC236}">
                <a16:creationId xmlns:a16="http://schemas.microsoft.com/office/drawing/2014/main" id="{892E1F45-3187-4379-A9C4-0819ED5A7DE6}"/>
              </a:ext>
            </a:extLst>
          </p:cNvPr>
          <p:cNvSpPr>
            <a:spLocks noGrp="1"/>
          </p:cNvSpPr>
          <p:nvPr/>
        </p:nvSpPr>
        <p:spPr>
          <a:xfrm>
            <a:off x="10058400" y="6242050"/>
            <a:ext cx="1320800" cy="234950"/>
          </a:xfrm>
          <a:prstGeom prst="rect">
            <a:avLst/>
          </a:prstGeom>
          <a:noFill/>
        </p:spPr>
        <p:txBody>
          <a:bodyPr wrap="square" lIns="0" tIns="0" rIns="0" bIns="0" anchor="t">
            <a:normAutofit/>
          </a:bodyPr>
          <a:lstStyle/>
          <a:p>
            <a:pPr marL="0" indent="0" algn="r">
              <a:lnSpc>
                <a:spcPts val="1680"/>
              </a:lnSpc>
              <a:buNone/>
            </a:pPr>
            <a:r>
              <a:rPr sz="1200">
                <a:solidFill>
                  <a:srgbClr val="55606B"/>
                </a:solidFill>
                <a:latin typeface="Arial"/>
                <a:ea typeface="Arial"/>
                <a:cs typeface="Arial"/>
              </a:rPr>
              <a:t>6</a:t>
            </a:r>
            <a:endParaRPr sz="1200"/>
          </a:p>
        </p:txBody>
      </p:sp>
    </p:spTree>
    <p:extLst>
      <p:ext uri="{BB962C8B-B14F-4D97-AF65-F5344CB8AC3E}">
        <p14:creationId xmlns:p14="http://schemas.microsoft.com/office/powerpoint/2010/main" val="101099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8A41244-60DC-42D7-9073-220A7FA68AC5}"/>
              </a:ext>
            </a:extLst>
          </p:cNvPr>
          <p:cNvSpPr>
            <a:spLocks noGrp="1"/>
          </p:cNvSpPr>
          <p:nvPr/>
        </p:nvSpPr>
        <p:spPr>
          <a:xfrm>
            <a:off x="812800" y="812800"/>
            <a:ext cx="10883392" cy="273050"/>
          </a:xfrm>
          <a:prstGeom prst="rect">
            <a:avLst/>
          </a:prstGeom>
          <a:noFill/>
        </p:spPr>
        <p:txBody>
          <a:bodyPr wrap="square" lIns="0" tIns="0" rIns="0" bIns="0" anchor="t">
            <a:normAutofit/>
          </a:bodyPr>
          <a:lstStyle/>
          <a:p>
            <a:pPr marL="0" indent="0" algn="l">
              <a:lnSpc>
                <a:spcPts val="1960"/>
              </a:lnSpc>
              <a:buNone/>
            </a:pPr>
            <a:r>
              <a:rPr sz="1400" b="1" spc="100">
                <a:solidFill>
                  <a:srgbClr val="176B7B"/>
                </a:solidFill>
                <a:latin typeface="Arial"/>
                <a:ea typeface="Arial"/>
                <a:cs typeface="Arial"/>
              </a:rPr>
              <a:t>4 · LA SOLUCIÓN</a:t>
            </a:r>
            <a:endParaRPr sz="1400"/>
          </a:p>
        </p:txBody>
      </p:sp>
      <p:sp>
        <p:nvSpPr>
          <p:cNvPr id="3" name="Text 1">
            <a:extLst>
              <a:ext uri="{FF2B5EF4-FFF2-40B4-BE49-F238E27FC236}">
                <a16:creationId xmlns:a16="http://schemas.microsoft.com/office/drawing/2014/main" id="{D3DC7275-54B4-4728-AD36-D6696AF43B36}"/>
              </a:ext>
            </a:extLst>
          </p:cNvPr>
          <p:cNvSpPr>
            <a:spLocks noGrp="1"/>
          </p:cNvSpPr>
          <p:nvPr>
            <p:ph type="title"/>
          </p:nvPr>
        </p:nvSpPr>
        <p:spPr>
          <a:xfrm>
            <a:off x="812800" y="1263650"/>
            <a:ext cx="10883392" cy="444500"/>
          </a:xfrm>
          <a:prstGeom prst="rect">
            <a:avLst/>
          </a:prstGeom>
          <a:noFill/>
        </p:spPr>
        <p:txBody>
          <a:bodyPr wrap="square" lIns="0" tIns="0" rIns="0" bIns="0" anchor="t">
            <a:normAutofit/>
          </a:bodyPr>
          <a:lstStyle/>
          <a:p>
            <a:pPr marL="0" indent="0" algn="l">
              <a:lnSpc>
                <a:spcPts val="3300"/>
              </a:lnSpc>
              <a:buNone/>
            </a:pPr>
            <a:r>
              <a:rPr sz="3000" b="1" i="0">
                <a:solidFill>
                  <a:srgbClr val="16222F"/>
                </a:solidFill>
                <a:latin typeface="Arial"/>
                <a:ea typeface="Arial"/>
                <a:cs typeface="Arial"/>
              </a:rPr>
              <a:t>Cómo construimos la solución</a:t>
            </a:r>
            <a:endParaRPr sz="3000"/>
          </a:p>
        </p:txBody>
      </p:sp>
      <p:sp>
        <p:nvSpPr>
          <p:cNvPr id="4" name="Text 2">
            <a:extLst>
              <a:ext uri="{FF2B5EF4-FFF2-40B4-BE49-F238E27FC236}">
                <a16:creationId xmlns:a16="http://schemas.microsoft.com/office/drawing/2014/main" id="{238F1A30-B313-4A7E-8F3A-3748C8E92785}"/>
              </a:ext>
            </a:extLst>
          </p:cNvPr>
          <p:cNvSpPr>
            <a:spLocks noGrp="1"/>
          </p:cNvSpPr>
          <p:nvPr/>
        </p:nvSpPr>
        <p:spPr>
          <a:xfrm>
            <a:off x="812800" y="1885950"/>
            <a:ext cx="10883392" cy="292100"/>
          </a:xfrm>
          <a:prstGeom prst="rect">
            <a:avLst/>
          </a:prstGeom>
          <a:noFill/>
        </p:spPr>
        <p:txBody>
          <a:bodyPr wrap="square" lIns="0" tIns="0" rIns="0" bIns="0" anchor="t">
            <a:normAutofit/>
          </a:bodyPr>
          <a:lstStyle/>
          <a:p>
            <a:pPr marL="0" indent="0" algn="l">
              <a:lnSpc>
                <a:spcPts val="2100"/>
              </a:lnSpc>
              <a:buNone/>
            </a:pPr>
            <a:r>
              <a:rPr sz="1500" b="1">
                <a:solidFill>
                  <a:srgbClr val="55606B"/>
                </a:solidFill>
                <a:latin typeface="Arial"/>
                <a:ea typeface="Arial"/>
                <a:cs typeface="Arial"/>
              </a:rPr>
              <a:t>Una base limpia: ningún resultado desconocido se convierte en cero</a:t>
            </a:r>
            <a:endParaRPr sz="1500"/>
          </a:p>
        </p:txBody>
      </p:sp>
      <p:sp>
        <p:nvSpPr>
          <p:cNvPr id="5" name="Shape 3">
            <a:extLst>
              <a:ext uri="{FF2B5EF4-FFF2-40B4-BE49-F238E27FC236}">
                <a16:creationId xmlns:a16="http://schemas.microsoft.com/office/drawing/2014/main" id="{90B0C433-4AA8-4A8E-B6FB-4F6FABDFEF9B}"/>
              </a:ext>
            </a:extLst>
          </p:cNvPr>
          <p:cNvSpPr>
            <a:spLocks noGrp="1"/>
          </p:cNvSpPr>
          <p:nvPr/>
        </p:nvSpPr>
        <p:spPr>
          <a:xfrm>
            <a:off x="815975" y="2359025"/>
            <a:ext cx="2157115" cy="1022350"/>
          </a:xfrm>
          <a:prstGeom prst="roundRect">
            <a:avLst>
              <a:gd name="adj" fmla="val 9627"/>
            </a:avLst>
          </a:prstGeom>
          <a:solidFill>
            <a:srgbClr val="FBFAF6"/>
          </a:solidFill>
          <a:ln w="6350">
            <a:solidFill>
              <a:srgbClr val="DAD6C8"/>
            </a:solidFill>
            <a:prstDash val="solid"/>
          </a:ln>
        </p:spPr>
        <p:txBody>
          <a:bodyPr/>
          <a:lstStyle/>
          <a:p>
            <a:endParaRPr/>
          </a:p>
        </p:txBody>
      </p:sp>
      <p:sp>
        <p:nvSpPr>
          <p:cNvPr id="6" name="Text 4">
            <a:extLst>
              <a:ext uri="{FF2B5EF4-FFF2-40B4-BE49-F238E27FC236}">
                <a16:creationId xmlns:a16="http://schemas.microsoft.com/office/drawing/2014/main" id="{2957CF21-9D3D-4031-9FC8-D790FBDE4BA2}"/>
              </a:ext>
            </a:extLst>
          </p:cNvPr>
          <p:cNvSpPr>
            <a:spLocks noGrp="1"/>
          </p:cNvSpPr>
          <p:nvPr/>
        </p:nvSpPr>
        <p:spPr>
          <a:xfrm>
            <a:off x="971550" y="2501900"/>
            <a:ext cx="1901344" cy="330200"/>
          </a:xfrm>
          <a:prstGeom prst="rect">
            <a:avLst/>
          </a:prstGeom>
          <a:noFill/>
        </p:spPr>
        <p:txBody>
          <a:bodyPr wrap="square" lIns="0" tIns="0" rIns="0" bIns="0" anchor="t">
            <a:normAutofit/>
          </a:bodyPr>
          <a:lstStyle/>
          <a:p>
            <a:pPr marL="0" indent="0" algn="l">
              <a:lnSpc>
                <a:spcPts val="2420"/>
              </a:lnSpc>
              <a:buNone/>
            </a:pPr>
            <a:r>
              <a:rPr sz="2200" b="1">
                <a:solidFill>
                  <a:srgbClr val="176B7B"/>
                </a:solidFill>
                <a:latin typeface="Arial"/>
                <a:ea typeface="Arial"/>
                <a:cs typeface="Arial"/>
              </a:rPr>
              <a:t>24.171.385</a:t>
            </a:r>
            <a:endParaRPr sz="2200"/>
          </a:p>
        </p:txBody>
      </p:sp>
      <p:sp>
        <p:nvSpPr>
          <p:cNvPr id="7" name="Text 5">
            <a:extLst>
              <a:ext uri="{FF2B5EF4-FFF2-40B4-BE49-F238E27FC236}">
                <a16:creationId xmlns:a16="http://schemas.microsoft.com/office/drawing/2014/main" id="{1B37CC6B-F137-48CD-A85A-1FA42ADCD169}"/>
              </a:ext>
            </a:extLst>
          </p:cNvPr>
          <p:cNvSpPr>
            <a:spLocks noGrp="1"/>
          </p:cNvSpPr>
          <p:nvPr/>
        </p:nvSpPr>
        <p:spPr>
          <a:xfrm>
            <a:off x="971550" y="2844800"/>
            <a:ext cx="1901344" cy="234950"/>
          </a:xfrm>
          <a:prstGeom prst="rect">
            <a:avLst/>
          </a:prstGeom>
          <a:noFill/>
        </p:spPr>
        <p:txBody>
          <a:bodyPr wrap="square" lIns="0" tIns="0" rIns="0" bIns="0" anchor="t">
            <a:normAutofit/>
          </a:bodyPr>
          <a:lstStyle/>
          <a:p>
            <a:pPr marL="0" indent="0" algn="l">
              <a:lnSpc>
                <a:spcPts val="1690"/>
              </a:lnSpc>
              <a:buNone/>
            </a:pPr>
            <a:r>
              <a:rPr sz="1000">
                <a:solidFill>
                  <a:srgbClr val="55606B"/>
                </a:solidFill>
                <a:latin typeface="Arial"/>
                <a:ea typeface="Arial"/>
                <a:cs typeface="Arial"/>
              </a:rPr>
              <a:t>filas del Parquet con 61 columnas</a:t>
            </a:r>
            <a:endParaRPr sz="1300"/>
          </a:p>
        </p:txBody>
      </p:sp>
      <p:pic>
        <p:nvPicPr>
          <p:cNvPr id="8" name="Image 0">
            <a:extLst>
              <a:ext uri="{FF2B5EF4-FFF2-40B4-BE49-F238E27FC236}">
                <a16:creationId xmlns:a16="http://schemas.microsoft.com/office/drawing/2014/main" id="{FCDF6B82-100C-47D7-A2AE-2E7B7A92228C}"/>
              </a:ext>
            </a:extLst>
          </p:cNvPr>
          <p:cNvPicPr>
            <a:picLocks noChangeAspect="1"/>
          </p:cNvPicPr>
          <p:nvPr/>
        </p:nvPicPr>
        <p:blipFill>
          <a:blip r:embed="rId3"/>
          <a:srcRect/>
          <a:stretch/>
        </p:blipFill>
        <p:spPr>
          <a:xfrm>
            <a:off x="3077865" y="2768600"/>
            <a:ext cx="254000" cy="203200"/>
          </a:xfrm>
          <a:prstGeom prst="rect">
            <a:avLst/>
          </a:prstGeom>
        </p:spPr>
      </p:pic>
      <p:sp>
        <p:nvSpPr>
          <p:cNvPr id="9" name="Shape 6">
            <a:extLst>
              <a:ext uri="{FF2B5EF4-FFF2-40B4-BE49-F238E27FC236}">
                <a16:creationId xmlns:a16="http://schemas.microsoft.com/office/drawing/2014/main" id="{2299A31F-4505-462A-B56E-06CAB1148DC7}"/>
              </a:ext>
            </a:extLst>
          </p:cNvPr>
          <p:cNvSpPr>
            <a:spLocks noGrp="1"/>
          </p:cNvSpPr>
          <p:nvPr/>
        </p:nvSpPr>
        <p:spPr>
          <a:xfrm>
            <a:off x="3436640" y="2359025"/>
            <a:ext cx="2526308" cy="1022350"/>
          </a:xfrm>
          <a:prstGeom prst="roundRect">
            <a:avLst>
              <a:gd name="adj" fmla="val 9627"/>
            </a:avLst>
          </a:prstGeom>
          <a:solidFill>
            <a:srgbClr val="FBFAF6"/>
          </a:solidFill>
          <a:ln w="6350">
            <a:solidFill>
              <a:srgbClr val="DAD6C8"/>
            </a:solidFill>
            <a:prstDash val="solid"/>
          </a:ln>
        </p:spPr>
        <p:txBody>
          <a:bodyPr/>
          <a:lstStyle/>
          <a:p>
            <a:endParaRPr/>
          </a:p>
        </p:txBody>
      </p:sp>
      <p:sp>
        <p:nvSpPr>
          <p:cNvPr id="10" name="Text 7">
            <a:extLst>
              <a:ext uri="{FF2B5EF4-FFF2-40B4-BE49-F238E27FC236}">
                <a16:creationId xmlns:a16="http://schemas.microsoft.com/office/drawing/2014/main" id="{770C7A13-AFE9-4C41-B371-F5B51F69C41C}"/>
              </a:ext>
            </a:extLst>
          </p:cNvPr>
          <p:cNvSpPr>
            <a:spLocks noGrp="1"/>
          </p:cNvSpPr>
          <p:nvPr/>
        </p:nvSpPr>
        <p:spPr>
          <a:xfrm>
            <a:off x="3592215" y="2501900"/>
            <a:ext cx="2281613" cy="330200"/>
          </a:xfrm>
          <a:prstGeom prst="rect">
            <a:avLst/>
          </a:prstGeom>
          <a:noFill/>
        </p:spPr>
        <p:txBody>
          <a:bodyPr wrap="square" lIns="0" tIns="0" rIns="0" bIns="0" anchor="t">
            <a:normAutofit/>
          </a:bodyPr>
          <a:lstStyle/>
          <a:p>
            <a:pPr marL="0" indent="0" algn="l">
              <a:lnSpc>
                <a:spcPts val="2420"/>
              </a:lnSpc>
              <a:buNone/>
            </a:pPr>
            <a:r>
              <a:rPr sz="2200" b="1">
                <a:solidFill>
                  <a:srgbClr val="8A5A0A"/>
                </a:solidFill>
                <a:latin typeface="Arial"/>
                <a:ea typeface="Arial"/>
                <a:cs typeface="Arial"/>
              </a:rPr>
              <a:t>2020 excluido</a:t>
            </a:r>
            <a:endParaRPr sz="2200"/>
          </a:p>
        </p:txBody>
      </p:sp>
      <p:sp>
        <p:nvSpPr>
          <p:cNvPr id="11" name="Text 8">
            <a:extLst>
              <a:ext uri="{FF2B5EF4-FFF2-40B4-BE49-F238E27FC236}">
                <a16:creationId xmlns:a16="http://schemas.microsoft.com/office/drawing/2014/main" id="{223DC816-915C-4CFA-91F5-951DBC7AC5C4}"/>
              </a:ext>
            </a:extLst>
          </p:cNvPr>
          <p:cNvSpPr>
            <a:spLocks noGrp="1"/>
          </p:cNvSpPr>
          <p:nvPr/>
        </p:nvSpPr>
        <p:spPr>
          <a:xfrm>
            <a:off x="3592215" y="2844800"/>
            <a:ext cx="2281613" cy="419100"/>
          </a:xfrm>
          <a:prstGeom prst="rect">
            <a:avLst/>
          </a:prstGeom>
          <a:noFill/>
        </p:spPr>
        <p:txBody>
          <a:bodyPr wrap="square" lIns="0" tIns="0" rIns="0" bIns="0" anchor="t">
            <a:normAutofit/>
          </a:bodyPr>
          <a:lstStyle/>
          <a:p>
            <a:pPr marL="0" indent="0" algn="l">
              <a:lnSpc>
                <a:spcPts val="1560"/>
              </a:lnSpc>
              <a:buNone/>
            </a:pPr>
            <a:r>
              <a:rPr sz="1200">
                <a:solidFill>
                  <a:srgbClr val="55606B"/>
                </a:solidFill>
                <a:latin typeface="Arial"/>
                <a:ea typeface="Arial"/>
                <a:cs typeface="Arial"/>
              </a:rPr>
              <a:t>No se presentan resultados de 2020</a:t>
            </a:r>
            <a:endParaRPr sz="1200"/>
          </a:p>
        </p:txBody>
      </p:sp>
      <p:pic>
        <p:nvPicPr>
          <p:cNvPr id="12" name="Image 1">
            <a:extLst>
              <a:ext uri="{FF2B5EF4-FFF2-40B4-BE49-F238E27FC236}">
                <a16:creationId xmlns:a16="http://schemas.microsoft.com/office/drawing/2014/main" id="{6BB5A0E5-BCDF-4634-B198-21D3C443A746}"/>
              </a:ext>
            </a:extLst>
          </p:cNvPr>
          <p:cNvPicPr>
            <a:picLocks noChangeAspect="1"/>
          </p:cNvPicPr>
          <p:nvPr/>
        </p:nvPicPr>
        <p:blipFill>
          <a:blip r:embed="rId3"/>
          <a:srcRect/>
          <a:stretch/>
        </p:blipFill>
        <p:spPr>
          <a:xfrm>
            <a:off x="6067723" y="2768600"/>
            <a:ext cx="254000" cy="203200"/>
          </a:xfrm>
          <a:prstGeom prst="rect">
            <a:avLst/>
          </a:prstGeom>
        </p:spPr>
      </p:pic>
      <p:sp>
        <p:nvSpPr>
          <p:cNvPr id="13" name="Shape 9">
            <a:extLst>
              <a:ext uri="{FF2B5EF4-FFF2-40B4-BE49-F238E27FC236}">
                <a16:creationId xmlns:a16="http://schemas.microsoft.com/office/drawing/2014/main" id="{E92DC9A4-9E99-438F-BEF2-171019D4E8AF}"/>
              </a:ext>
            </a:extLst>
          </p:cNvPr>
          <p:cNvSpPr>
            <a:spLocks noGrp="1"/>
          </p:cNvSpPr>
          <p:nvPr/>
        </p:nvSpPr>
        <p:spPr>
          <a:xfrm>
            <a:off x="6426498" y="2359025"/>
            <a:ext cx="2157115" cy="1022350"/>
          </a:xfrm>
          <a:prstGeom prst="roundRect">
            <a:avLst>
              <a:gd name="adj" fmla="val 9627"/>
            </a:avLst>
          </a:prstGeom>
          <a:solidFill>
            <a:srgbClr val="FBFAF6"/>
          </a:solidFill>
          <a:ln w="6350">
            <a:solidFill>
              <a:srgbClr val="DAD6C8"/>
            </a:solidFill>
            <a:prstDash val="solid"/>
          </a:ln>
        </p:spPr>
        <p:txBody>
          <a:bodyPr/>
          <a:lstStyle/>
          <a:p>
            <a:endParaRPr/>
          </a:p>
        </p:txBody>
      </p:sp>
      <p:sp>
        <p:nvSpPr>
          <p:cNvPr id="14" name="Text 10">
            <a:extLst>
              <a:ext uri="{FF2B5EF4-FFF2-40B4-BE49-F238E27FC236}">
                <a16:creationId xmlns:a16="http://schemas.microsoft.com/office/drawing/2014/main" id="{438D4D4F-0F2C-4C61-BE48-E08542CD324F}"/>
              </a:ext>
            </a:extLst>
          </p:cNvPr>
          <p:cNvSpPr>
            <a:spLocks noGrp="1"/>
          </p:cNvSpPr>
          <p:nvPr/>
        </p:nvSpPr>
        <p:spPr>
          <a:xfrm>
            <a:off x="6582073" y="2501900"/>
            <a:ext cx="1901344" cy="330200"/>
          </a:xfrm>
          <a:prstGeom prst="rect">
            <a:avLst/>
          </a:prstGeom>
          <a:noFill/>
        </p:spPr>
        <p:txBody>
          <a:bodyPr wrap="square" lIns="0" tIns="0" rIns="0" bIns="0" anchor="t">
            <a:normAutofit/>
          </a:bodyPr>
          <a:lstStyle/>
          <a:p>
            <a:pPr marL="0" indent="0" algn="l">
              <a:lnSpc>
                <a:spcPts val="2420"/>
              </a:lnSpc>
              <a:buNone/>
            </a:pPr>
            <a:r>
              <a:rPr sz="2200" b="1">
                <a:solidFill>
                  <a:srgbClr val="176B7B"/>
                </a:solidFill>
                <a:latin typeface="Arial"/>
                <a:ea typeface="Arial"/>
                <a:cs typeface="Arial"/>
              </a:rPr>
              <a:t>23.634.669</a:t>
            </a:r>
            <a:endParaRPr sz="2200"/>
          </a:p>
        </p:txBody>
      </p:sp>
      <p:sp>
        <p:nvSpPr>
          <p:cNvPr id="15" name="Text 11">
            <a:extLst>
              <a:ext uri="{FF2B5EF4-FFF2-40B4-BE49-F238E27FC236}">
                <a16:creationId xmlns:a16="http://schemas.microsoft.com/office/drawing/2014/main" id="{B534CBBB-DA33-408F-AB73-CC45360EFE11}"/>
              </a:ext>
            </a:extLst>
          </p:cNvPr>
          <p:cNvSpPr>
            <a:spLocks noGrp="1"/>
          </p:cNvSpPr>
          <p:nvPr/>
        </p:nvSpPr>
        <p:spPr>
          <a:xfrm>
            <a:off x="6582073" y="2844800"/>
            <a:ext cx="1901344" cy="234950"/>
          </a:xfrm>
          <a:prstGeom prst="rect">
            <a:avLst/>
          </a:prstGeom>
          <a:noFill/>
        </p:spPr>
        <p:txBody>
          <a:bodyPr wrap="square" lIns="0" tIns="0" rIns="0" bIns="0" anchor="t">
            <a:normAutofit/>
          </a:bodyPr>
          <a:lstStyle/>
          <a:p>
            <a:pPr marL="0" indent="0" algn="l">
              <a:lnSpc>
                <a:spcPts val="1690"/>
              </a:lnSpc>
              <a:buNone/>
            </a:pPr>
            <a:r>
              <a:rPr sz="1000">
                <a:solidFill>
                  <a:srgbClr val="55606B"/>
                </a:solidFill>
                <a:latin typeface="Arial"/>
                <a:ea typeface="Arial"/>
                <a:cs typeface="Arial"/>
              </a:rPr>
              <a:t>vuelos con etiqueta válida</a:t>
            </a:r>
            <a:endParaRPr sz="1300"/>
          </a:p>
        </p:txBody>
      </p:sp>
      <p:pic>
        <p:nvPicPr>
          <p:cNvPr id="16" name="Image 2">
            <a:extLst>
              <a:ext uri="{FF2B5EF4-FFF2-40B4-BE49-F238E27FC236}">
                <a16:creationId xmlns:a16="http://schemas.microsoft.com/office/drawing/2014/main" id="{ED850BC6-2796-4FE0-A8A0-ED0EFCAEFF6E}"/>
              </a:ext>
            </a:extLst>
          </p:cNvPr>
          <p:cNvPicPr>
            <a:picLocks noChangeAspect="1"/>
          </p:cNvPicPr>
          <p:nvPr/>
        </p:nvPicPr>
        <p:blipFill>
          <a:blip r:embed="rId3"/>
          <a:srcRect/>
          <a:stretch/>
        </p:blipFill>
        <p:spPr>
          <a:xfrm>
            <a:off x="8688388" y="2768600"/>
            <a:ext cx="254000" cy="203200"/>
          </a:xfrm>
          <a:prstGeom prst="rect">
            <a:avLst/>
          </a:prstGeom>
        </p:spPr>
      </p:pic>
      <p:sp>
        <p:nvSpPr>
          <p:cNvPr id="17" name="Shape 12">
            <a:extLst>
              <a:ext uri="{FF2B5EF4-FFF2-40B4-BE49-F238E27FC236}">
                <a16:creationId xmlns:a16="http://schemas.microsoft.com/office/drawing/2014/main" id="{C1F9B018-A865-49CB-BAB6-70917875F7CE}"/>
              </a:ext>
            </a:extLst>
          </p:cNvPr>
          <p:cNvSpPr>
            <a:spLocks noGrp="1"/>
          </p:cNvSpPr>
          <p:nvPr/>
        </p:nvSpPr>
        <p:spPr>
          <a:xfrm>
            <a:off x="9043988" y="2355850"/>
            <a:ext cx="2335312" cy="1028700"/>
          </a:xfrm>
          <a:prstGeom prst="roundRect">
            <a:avLst>
              <a:gd name="adj" fmla="val 9877"/>
            </a:avLst>
          </a:prstGeom>
          <a:solidFill>
            <a:srgbClr val="13243B"/>
          </a:solidFill>
        </p:spPr>
        <p:txBody>
          <a:bodyPr/>
          <a:lstStyle/>
          <a:p>
            <a:endParaRPr/>
          </a:p>
        </p:txBody>
      </p:sp>
      <p:sp>
        <p:nvSpPr>
          <p:cNvPr id="18" name="Text 13">
            <a:extLst>
              <a:ext uri="{FF2B5EF4-FFF2-40B4-BE49-F238E27FC236}">
                <a16:creationId xmlns:a16="http://schemas.microsoft.com/office/drawing/2014/main" id="{1F1BBB0D-C590-42A5-BB09-7A2695FBCC7F}"/>
              </a:ext>
            </a:extLst>
          </p:cNvPr>
          <p:cNvSpPr>
            <a:spLocks noGrp="1"/>
          </p:cNvSpPr>
          <p:nvPr/>
        </p:nvSpPr>
        <p:spPr>
          <a:xfrm>
            <a:off x="9196388" y="2495550"/>
            <a:ext cx="2091427" cy="330200"/>
          </a:xfrm>
          <a:prstGeom prst="rect">
            <a:avLst/>
          </a:prstGeom>
          <a:noFill/>
        </p:spPr>
        <p:txBody>
          <a:bodyPr wrap="square" lIns="0" tIns="0" rIns="0" bIns="0" anchor="t">
            <a:normAutofit/>
          </a:bodyPr>
          <a:lstStyle/>
          <a:p>
            <a:pPr marL="0" indent="0" algn="l">
              <a:lnSpc>
                <a:spcPts val="2420"/>
              </a:lnSpc>
              <a:buNone/>
            </a:pPr>
            <a:r>
              <a:rPr sz="2200" b="1">
                <a:solidFill>
                  <a:srgbClr val="E9A23B"/>
                </a:solidFill>
                <a:latin typeface="Arial"/>
                <a:ea typeface="Arial"/>
                <a:cs typeface="Arial"/>
              </a:rPr>
              <a:t>43</a:t>
            </a:r>
            <a:endParaRPr sz="2200"/>
          </a:p>
        </p:txBody>
      </p:sp>
      <p:sp>
        <p:nvSpPr>
          <p:cNvPr id="19" name="Text 14">
            <a:extLst>
              <a:ext uri="{FF2B5EF4-FFF2-40B4-BE49-F238E27FC236}">
                <a16:creationId xmlns:a16="http://schemas.microsoft.com/office/drawing/2014/main" id="{5B2D4281-623B-4700-8C47-21FDDCC204C1}"/>
              </a:ext>
            </a:extLst>
          </p:cNvPr>
          <p:cNvSpPr>
            <a:spLocks noGrp="1"/>
          </p:cNvSpPr>
          <p:nvPr/>
        </p:nvSpPr>
        <p:spPr>
          <a:xfrm>
            <a:off x="9196388" y="2838450"/>
            <a:ext cx="2091427" cy="419100"/>
          </a:xfrm>
          <a:prstGeom prst="rect">
            <a:avLst/>
          </a:prstGeom>
          <a:noFill/>
        </p:spPr>
        <p:txBody>
          <a:bodyPr wrap="square" lIns="0" tIns="0" rIns="0" bIns="0" anchor="t">
            <a:normAutofit/>
          </a:bodyPr>
          <a:lstStyle/>
          <a:p>
            <a:pPr marL="0" indent="0" algn="l">
              <a:lnSpc>
                <a:spcPts val="1560"/>
              </a:lnSpc>
              <a:buNone/>
            </a:pPr>
            <a:r>
              <a:rPr sz="950">
                <a:solidFill>
                  <a:srgbClr val="B8C4D2"/>
                </a:solidFill>
                <a:latin typeface="Arial"/>
                <a:ea typeface="Arial"/>
                <a:cs typeface="Arial"/>
              </a:rPr>
              <a:t>archivos mensuales preparados</a:t>
            </a:r>
            <a:endParaRPr sz="1200"/>
          </a:p>
        </p:txBody>
      </p:sp>
      <p:sp>
        <p:nvSpPr>
          <p:cNvPr id="20" name="Text 15">
            <a:extLst>
              <a:ext uri="{FF2B5EF4-FFF2-40B4-BE49-F238E27FC236}">
                <a16:creationId xmlns:a16="http://schemas.microsoft.com/office/drawing/2014/main" id="{A62AFD19-32B7-4481-8064-50E06E047425}"/>
              </a:ext>
            </a:extLst>
          </p:cNvPr>
          <p:cNvSpPr>
            <a:spLocks noGrp="1"/>
          </p:cNvSpPr>
          <p:nvPr/>
        </p:nvSpPr>
        <p:spPr>
          <a:xfrm>
            <a:off x="812800" y="3587750"/>
            <a:ext cx="10883392" cy="292100"/>
          </a:xfrm>
          <a:prstGeom prst="rect">
            <a:avLst/>
          </a:prstGeom>
          <a:noFill/>
        </p:spPr>
        <p:txBody>
          <a:bodyPr wrap="square" lIns="0" tIns="0" rIns="0" bIns="0" anchor="t">
            <a:normAutofit/>
          </a:bodyPr>
          <a:lstStyle/>
          <a:p>
            <a:pPr marL="0" indent="0" algn="l">
              <a:lnSpc>
                <a:spcPts val="2100"/>
              </a:lnSpc>
              <a:buNone/>
            </a:pPr>
            <a:r>
              <a:rPr sz="1500" b="1">
                <a:solidFill>
                  <a:srgbClr val="55606B"/>
                </a:solidFill>
                <a:latin typeface="Arial"/>
                <a:ea typeface="Arial"/>
                <a:cs typeface="Arial"/>
              </a:rPr>
              <a:t>Alcance temporal; 2020 excluido</a:t>
            </a:r>
            <a:endParaRPr sz="1500"/>
          </a:p>
        </p:txBody>
      </p:sp>
      <p:sp>
        <p:nvSpPr>
          <p:cNvPr id="21" name="Shape 16">
            <a:extLst>
              <a:ext uri="{FF2B5EF4-FFF2-40B4-BE49-F238E27FC236}">
                <a16:creationId xmlns:a16="http://schemas.microsoft.com/office/drawing/2014/main" id="{F21544F5-C17C-425F-BB26-0FE4E1C17D2D}"/>
              </a:ext>
            </a:extLst>
          </p:cNvPr>
          <p:cNvSpPr>
            <a:spLocks noGrp="1"/>
          </p:cNvSpPr>
          <p:nvPr/>
        </p:nvSpPr>
        <p:spPr>
          <a:xfrm>
            <a:off x="812800" y="4057650"/>
            <a:ext cx="2107109" cy="1098550"/>
          </a:xfrm>
          <a:prstGeom prst="roundRect">
            <a:avLst>
              <a:gd name="adj" fmla="val 6936"/>
            </a:avLst>
          </a:prstGeom>
          <a:solidFill>
            <a:srgbClr val="C9D3DE"/>
          </a:solidFill>
        </p:spPr>
        <p:txBody>
          <a:bodyPr/>
          <a:lstStyle/>
          <a:p>
            <a:endParaRPr/>
          </a:p>
        </p:txBody>
      </p:sp>
      <p:sp>
        <p:nvSpPr>
          <p:cNvPr id="22" name="Text 17">
            <a:extLst>
              <a:ext uri="{FF2B5EF4-FFF2-40B4-BE49-F238E27FC236}">
                <a16:creationId xmlns:a16="http://schemas.microsoft.com/office/drawing/2014/main" id="{43478C48-01F1-46ED-A047-3FEAC18C60DA}"/>
              </a:ext>
            </a:extLst>
          </p:cNvPr>
          <p:cNvSpPr>
            <a:spLocks noGrp="1"/>
          </p:cNvSpPr>
          <p:nvPr/>
        </p:nvSpPr>
        <p:spPr>
          <a:xfrm>
            <a:off x="939800" y="4184650"/>
            <a:ext cx="1908702" cy="254000"/>
          </a:xfrm>
          <a:prstGeom prst="rect">
            <a:avLst/>
          </a:prstGeom>
          <a:noFill/>
        </p:spPr>
        <p:txBody>
          <a:bodyPr wrap="square" lIns="0" tIns="0" rIns="0" bIns="0" anchor="t">
            <a:normAutofit/>
          </a:bodyPr>
          <a:lstStyle/>
          <a:p>
            <a:pPr marL="0" indent="0" algn="l">
              <a:lnSpc>
                <a:spcPts val="1820"/>
              </a:lnSpc>
              <a:buNone/>
            </a:pPr>
            <a:r>
              <a:rPr sz="1000" b="1">
                <a:solidFill>
                  <a:srgbClr val="16222F"/>
                </a:solidFill>
                <a:latin typeface="Arial"/>
                <a:ea typeface="Arial"/>
                <a:cs typeface="Arial"/>
              </a:rPr>
              <a:t>Periodo analítico</a:t>
            </a:r>
            <a:endParaRPr sz="1300"/>
          </a:p>
        </p:txBody>
      </p:sp>
      <p:sp>
        <p:nvSpPr>
          <p:cNvPr id="23" name="Text 18">
            <a:extLst>
              <a:ext uri="{FF2B5EF4-FFF2-40B4-BE49-F238E27FC236}">
                <a16:creationId xmlns:a16="http://schemas.microsoft.com/office/drawing/2014/main" id="{4599F2CD-2FF2-4632-80C7-3F89D31ED46E}"/>
              </a:ext>
            </a:extLst>
          </p:cNvPr>
          <p:cNvSpPr>
            <a:spLocks noGrp="1"/>
          </p:cNvSpPr>
          <p:nvPr/>
        </p:nvSpPr>
        <p:spPr>
          <a:xfrm>
            <a:off x="939800" y="4438650"/>
            <a:ext cx="1908702" cy="234950"/>
          </a:xfrm>
          <a:prstGeom prst="rect">
            <a:avLst/>
          </a:prstGeom>
          <a:noFill/>
        </p:spPr>
        <p:txBody>
          <a:bodyPr wrap="square" lIns="0" tIns="0" rIns="0" bIns="0" anchor="t">
            <a:normAutofit/>
          </a:bodyPr>
          <a:lstStyle/>
          <a:p>
            <a:pPr marL="0" indent="0" algn="l">
              <a:lnSpc>
                <a:spcPts val="1680"/>
              </a:lnSpc>
              <a:buNone/>
            </a:pPr>
            <a:r>
              <a:rPr sz="900">
                <a:solidFill>
                  <a:srgbClr val="16222F"/>
                </a:solidFill>
                <a:latin typeface="Arial"/>
                <a:ea typeface="Arial"/>
                <a:cs typeface="Arial"/>
              </a:rPr>
              <a:t>2018, 2019, 2021 y 2022</a:t>
            </a:r>
            <a:endParaRPr sz="1200"/>
          </a:p>
        </p:txBody>
      </p:sp>
      <p:sp>
        <p:nvSpPr>
          <p:cNvPr id="24" name="Text 19">
            <a:extLst>
              <a:ext uri="{FF2B5EF4-FFF2-40B4-BE49-F238E27FC236}">
                <a16:creationId xmlns:a16="http://schemas.microsoft.com/office/drawing/2014/main" id="{5BBC0D10-8DD6-43FD-B007-0F559D872B51}"/>
              </a:ext>
            </a:extLst>
          </p:cNvPr>
          <p:cNvSpPr>
            <a:spLocks noGrp="1"/>
          </p:cNvSpPr>
          <p:nvPr/>
        </p:nvSpPr>
        <p:spPr>
          <a:xfrm>
            <a:off x="939800" y="4673600"/>
            <a:ext cx="1908702" cy="381000"/>
          </a:xfrm>
          <a:prstGeom prst="rect">
            <a:avLst/>
          </a:prstGeom>
          <a:noFill/>
        </p:spPr>
        <p:txBody>
          <a:bodyPr wrap="square" lIns="0" tIns="0" rIns="0" bIns="0" anchor="t">
            <a:normAutofit/>
          </a:bodyPr>
          <a:lstStyle/>
          <a:p>
            <a:pPr marL="0" indent="0" algn="l">
              <a:lnSpc>
                <a:spcPts val="2800"/>
              </a:lnSpc>
              <a:buNone/>
            </a:pPr>
            <a:r>
              <a:rPr sz="1000" b="1">
                <a:solidFill>
                  <a:srgbClr val="16222F"/>
                </a:solidFill>
                <a:latin typeface="Arial"/>
                <a:ea typeface="Arial"/>
                <a:cs typeface="Arial"/>
              </a:rPr>
              <a:t>ene–jul · 2020 excluido</a:t>
            </a:r>
            <a:endParaRPr sz="2000"/>
          </a:p>
        </p:txBody>
      </p:sp>
      <p:sp>
        <p:nvSpPr>
          <p:cNvPr id="25" name="Shape 20">
            <a:extLst>
              <a:ext uri="{FF2B5EF4-FFF2-40B4-BE49-F238E27FC236}">
                <a16:creationId xmlns:a16="http://schemas.microsoft.com/office/drawing/2014/main" id="{F1532874-3D6F-478E-A194-13116C93917B}"/>
              </a:ext>
            </a:extLst>
          </p:cNvPr>
          <p:cNvSpPr>
            <a:spLocks noGrp="1"/>
          </p:cNvSpPr>
          <p:nvPr/>
        </p:nvSpPr>
        <p:spPr>
          <a:xfrm>
            <a:off x="2970709" y="4057650"/>
            <a:ext cx="4440833" cy="1098550"/>
          </a:xfrm>
          <a:prstGeom prst="roundRect">
            <a:avLst>
              <a:gd name="adj" fmla="val 6936"/>
            </a:avLst>
          </a:prstGeom>
          <a:solidFill>
            <a:srgbClr val="176B7B"/>
          </a:solidFill>
        </p:spPr>
        <p:txBody>
          <a:bodyPr/>
          <a:lstStyle/>
          <a:p>
            <a:endParaRPr/>
          </a:p>
        </p:txBody>
      </p:sp>
      <p:sp>
        <p:nvSpPr>
          <p:cNvPr id="26" name="Text 21">
            <a:extLst>
              <a:ext uri="{FF2B5EF4-FFF2-40B4-BE49-F238E27FC236}">
                <a16:creationId xmlns:a16="http://schemas.microsoft.com/office/drawing/2014/main" id="{C9E9EC2B-4EAD-4D4F-A68C-59DD0D28CBEA}"/>
              </a:ext>
            </a:extLst>
          </p:cNvPr>
          <p:cNvSpPr>
            <a:spLocks noGrp="1"/>
          </p:cNvSpPr>
          <p:nvPr/>
        </p:nvSpPr>
        <p:spPr>
          <a:xfrm>
            <a:off x="3097709" y="4184650"/>
            <a:ext cx="4312438" cy="254000"/>
          </a:xfrm>
          <a:prstGeom prst="rect">
            <a:avLst/>
          </a:prstGeom>
          <a:noFill/>
        </p:spPr>
        <p:txBody>
          <a:bodyPr wrap="square" lIns="0" tIns="0" rIns="0" bIns="0" anchor="t">
            <a:normAutofit/>
          </a:bodyPr>
          <a:lstStyle/>
          <a:p>
            <a:pPr marL="0" indent="0" algn="l">
              <a:lnSpc>
                <a:spcPts val="1820"/>
              </a:lnSpc>
              <a:buNone/>
            </a:pPr>
            <a:r>
              <a:rPr sz="1300" b="1">
                <a:solidFill>
                  <a:srgbClr val="F5F3EC"/>
                </a:solidFill>
                <a:latin typeface="Arial"/>
                <a:ea typeface="Arial"/>
                <a:cs typeface="Arial"/>
              </a:rPr>
              <a:t>2021 · Logística y Boosting</a:t>
            </a:r>
            <a:endParaRPr sz="1300"/>
          </a:p>
        </p:txBody>
      </p:sp>
      <p:sp>
        <p:nvSpPr>
          <p:cNvPr id="27" name="Text 22">
            <a:extLst>
              <a:ext uri="{FF2B5EF4-FFF2-40B4-BE49-F238E27FC236}">
                <a16:creationId xmlns:a16="http://schemas.microsoft.com/office/drawing/2014/main" id="{D2725256-CF77-41A0-B633-F887155708E2}"/>
              </a:ext>
            </a:extLst>
          </p:cNvPr>
          <p:cNvSpPr>
            <a:spLocks noGrp="1"/>
          </p:cNvSpPr>
          <p:nvPr/>
        </p:nvSpPr>
        <p:spPr>
          <a:xfrm>
            <a:off x="3097709" y="4438650"/>
            <a:ext cx="4312438" cy="234950"/>
          </a:xfrm>
          <a:prstGeom prst="rect">
            <a:avLst/>
          </a:prstGeom>
          <a:noFill/>
        </p:spPr>
        <p:txBody>
          <a:bodyPr wrap="square" lIns="0" tIns="0" rIns="0" bIns="0" anchor="t">
            <a:normAutofit/>
          </a:bodyPr>
          <a:lstStyle/>
          <a:p>
            <a:pPr marL="0" indent="0" algn="l">
              <a:lnSpc>
                <a:spcPts val="1680"/>
              </a:lnSpc>
              <a:buNone/>
            </a:pPr>
            <a:r>
              <a:rPr sz="1200">
                <a:solidFill>
                  <a:srgbClr val="F5F3EC"/>
                </a:solidFill>
                <a:latin typeface="Arial"/>
                <a:ea typeface="Arial"/>
                <a:cs typeface="Arial"/>
              </a:rPr>
              <a:t>Muestra de 400.000 vuelos</a:t>
            </a:r>
            <a:endParaRPr sz="1200"/>
          </a:p>
        </p:txBody>
      </p:sp>
      <p:sp>
        <p:nvSpPr>
          <p:cNvPr id="28" name="Text 23">
            <a:extLst>
              <a:ext uri="{FF2B5EF4-FFF2-40B4-BE49-F238E27FC236}">
                <a16:creationId xmlns:a16="http://schemas.microsoft.com/office/drawing/2014/main" id="{1A1694E9-E61E-4D20-A0F9-A035E3A8D1C6}"/>
              </a:ext>
            </a:extLst>
          </p:cNvPr>
          <p:cNvSpPr>
            <a:spLocks noGrp="1"/>
          </p:cNvSpPr>
          <p:nvPr/>
        </p:nvSpPr>
        <p:spPr>
          <a:xfrm>
            <a:off x="3097709" y="4673600"/>
            <a:ext cx="4312438" cy="381000"/>
          </a:xfrm>
          <a:prstGeom prst="rect">
            <a:avLst/>
          </a:prstGeom>
          <a:noFill/>
        </p:spPr>
        <p:txBody>
          <a:bodyPr wrap="square" lIns="0" tIns="0" rIns="0" bIns="0" anchor="t">
            <a:normAutofit/>
          </a:bodyPr>
          <a:lstStyle/>
          <a:p>
            <a:pPr marL="0" indent="0" algn="l">
              <a:lnSpc>
                <a:spcPts val="2800"/>
              </a:lnSpc>
              <a:buNone/>
            </a:pPr>
            <a:r>
              <a:rPr sz="2000" b="1">
                <a:solidFill>
                  <a:srgbClr val="F5F3EC"/>
                </a:solidFill>
                <a:latin typeface="Arial"/>
                <a:ea typeface="Arial"/>
                <a:cs typeface="Arial"/>
              </a:rPr>
              <a:t>Comparación justa: 400.000 vuelos</a:t>
            </a:r>
            <a:endParaRPr sz="2000"/>
          </a:p>
        </p:txBody>
      </p:sp>
      <p:sp>
        <p:nvSpPr>
          <p:cNvPr id="29" name="Shape 24">
            <a:extLst>
              <a:ext uri="{FF2B5EF4-FFF2-40B4-BE49-F238E27FC236}">
                <a16:creationId xmlns:a16="http://schemas.microsoft.com/office/drawing/2014/main" id="{8FEE3C6A-51B1-4991-8273-394DEAB5D002}"/>
              </a:ext>
            </a:extLst>
          </p:cNvPr>
          <p:cNvSpPr>
            <a:spLocks noGrp="1"/>
          </p:cNvSpPr>
          <p:nvPr/>
        </p:nvSpPr>
        <p:spPr>
          <a:xfrm>
            <a:off x="7462341" y="4057650"/>
            <a:ext cx="2305943" cy="1098550"/>
          </a:xfrm>
          <a:prstGeom prst="roundRect">
            <a:avLst>
              <a:gd name="adj" fmla="val 6936"/>
            </a:avLst>
          </a:prstGeom>
          <a:solidFill>
            <a:srgbClr val="E9A23B"/>
          </a:solidFill>
        </p:spPr>
        <p:txBody>
          <a:bodyPr/>
          <a:lstStyle/>
          <a:p>
            <a:endParaRPr/>
          </a:p>
        </p:txBody>
      </p:sp>
      <p:sp>
        <p:nvSpPr>
          <p:cNvPr id="30" name="Text 25">
            <a:extLst>
              <a:ext uri="{FF2B5EF4-FFF2-40B4-BE49-F238E27FC236}">
                <a16:creationId xmlns:a16="http://schemas.microsoft.com/office/drawing/2014/main" id="{5FA43C08-A29F-4CF0-ADBB-C2698E33345A}"/>
              </a:ext>
            </a:extLst>
          </p:cNvPr>
          <p:cNvSpPr>
            <a:spLocks noGrp="1"/>
          </p:cNvSpPr>
          <p:nvPr/>
        </p:nvSpPr>
        <p:spPr>
          <a:xfrm>
            <a:off x="7589341" y="4184650"/>
            <a:ext cx="2113501" cy="254000"/>
          </a:xfrm>
          <a:prstGeom prst="rect">
            <a:avLst/>
          </a:prstGeom>
          <a:noFill/>
        </p:spPr>
        <p:txBody>
          <a:bodyPr wrap="square" lIns="0" tIns="0" rIns="0" bIns="0" anchor="t">
            <a:normAutofit/>
          </a:bodyPr>
          <a:lstStyle/>
          <a:p>
            <a:pPr marL="0" indent="0" algn="l">
              <a:lnSpc>
                <a:spcPts val="1820"/>
              </a:lnSpc>
              <a:buNone/>
            </a:pPr>
            <a:r>
              <a:rPr sz="1300" b="1">
                <a:solidFill>
                  <a:srgbClr val="13243B"/>
                </a:solidFill>
                <a:latin typeface="Arial"/>
                <a:ea typeface="Arial"/>
                <a:cs typeface="Arial"/>
              </a:rPr>
              <a:t>2021 · Boosting 1M</a:t>
            </a:r>
            <a:endParaRPr sz="1300"/>
          </a:p>
        </p:txBody>
      </p:sp>
      <p:sp>
        <p:nvSpPr>
          <p:cNvPr id="31" name="Text 26">
            <a:extLst>
              <a:ext uri="{FF2B5EF4-FFF2-40B4-BE49-F238E27FC236}">
                <a16:creationId xmlns:a16="http://schemas.microsoft.com/office/drawing/2014/main" id="{D396247F-6783-4A87-B11C-8A3496FBC225}"/>
              </a:ext>
            </a:extLst>
          </p:cNvPr>
          <p:cNvSpPr>
            <a:spLocks noGrp="1"/>
          </p:cNvSpPr>
          <p:nvPr/>
        </p:nvSpPr>
        <p:spPr>
          <a:xfrm>
            <a:off x="7589341" y="4438650"/>
            <a:ext cx="2113501" cy="234950"/>
          </a:xfrm>
          <a:prstGeom prst="rect">
            <a:avLst/>
          </a:prstGeom>
          <a:noFill/>
        </p:spPr>
        <p:txBody>
          <a:bodyPr wrap="square" lIns="0" tIns="0" rIns="0" bIns="0" anchor="t">
            <a:normAutofit/>
          </a:bodyPr>
          <a:lstStyle/>
          <a:p>
            <a:pPr marL="0" indent="0" algn="l">
              <a:lnSpc>
                <a:spcPts val="1680"/>
              </a:lnSpc>
              <a:buNone/>
            </a:pPr>
            <a:r>
              <a:rPr sz="1200">
                <a:solidFill>
                  <a:srgbClr val="13243B"/>
                </a:solidFill>
                <a:latin typeface="Arial"/>
                <a:ea typeface="Arial"/>
                <a:cs typeface="Arial"/>
              </a:rPr>
              <a:t>Ene–sep · 1 M</a:t>
            </a:r>
            <a:endParaRPr sz="1200"/>
          </a:p>
        </p:txBody>
      </p:sp>
      <p:sp>
        <p:nvSpPr>
          <p:cNvPr id="32" name="Text 27">
            <a:extLst>
              <a:ext uri="{FF2B5EF4-FFF2-40B4-BE49-F238E27FC236}">
                <a16:creationId xmlns:a16="http://schemas.microsoft.com/office/drawing/2014/main" id="{6F74FE76-939D-4CE5-BA8E-4992C41A579E}"/>
              </a:ext>
            </a:extLst>
          </p:cNvPr>
          <p:cNvSpPr>
            <a:spLocks noGrp="1"/>
          </p:cNvSpPr>
          <p:nvPr/>
        </p:nvSpPr>
        <p:spPr>
          <a:xfrm>
            <a:off x="7589341" y="4673600"/>
            <a:ext cx="2113501" cy="381000"/>
          </a:xfrm>
          <a:prstGeom prst="rect">
            <a:avLst/>
          </a:prstGeom>
          <a:noFill/>
        </p:spPr>
        <p:txBody>
          <a:bodyPr wrap="square" lIns="0" tIns="0" rIns="0" bIns="0" anchor="t">
            <a:normAutofit/>
          </a:bodyPr>
          <a:lstStyle/>
          <a:p>
            <a:pPr marL="0" indent="0" algn="l">
              <a:lnSpc>
                <a:spcPts val="2800"/>
              </a:lnSpc>
              <a:buNone/>
            </a:pPr>
            <a:r>
              <a:rPr sz="2000" b="1">
                <a:solidFill>
                  <a:srgbClr val="13243B"/>
                </a:solidFill>
                <a:latin typeface="Arial"/>
                <a:ea typeface="Arial"/>
                <a:cs typeface="Arial"/>
              </a:rPr>
              <a:t>Q4 · validación</a:t>
            </a:r>
            <a:endParaRPr sz="2000"/>
          </a:p>
        </p:txBody>
      </p:sp>
      <p:sp>
        <p:nvSpPr>
          <p:cNvPr id="33" name="Shape 28">
            <a:extLst>
              <a:ext uri="{FF2B5EF4-FFF2-40B4-BE49-F238E27FC236}">
                <a16:creationId xmlns:a16="http://schemas.microsoft.com/office/drawing/2014/main" id="{CDA584B9-96C7-4144-A567-C437DF721969}"/>
              </a:ext>
            </a:extLst>
          </p:cNvPr>
          <p:cNvSpPr>
            <a:spLocks noGrp="1"/>
          </p:cNvSpPr>
          <p:nvPr/>
        </p:nvSpPr>
        <p:spPr>
          <a:xfrm>
            <a:off x="9819084" y="4057650"/>
            <a:ext cx="1560116" cy="1098550"/>
          </a:xfrm>
          <a:prstGeom prst="roundRect">
            <a:avLst>
              <a:gd name="adj" fmla="val 6936"/>
            </a:avLst>
          </a:prstGeom>
          <a:solidFill>
            <a:srgbClr val="13243B"/>
          </a:solidFill>
        </p:spPr>
        <p:txBody>
          <a:bodyPr/>
          <a:lstStyle/>
          <a:p>
            <a:endParaRPr/>
          </a:p>
        </p:txBody>
      </p:sp>
      <p:sp>
        <p:nvSpPr>
          <p:cNvPr id="34" name="Text 29">
            <a:extLst>
              <a:ext uri="{FF2B5EF4-FFF2-40B4-BE49-F238E27FC236}">
                <a16:creationId xmlns:a16="http://schemas.microsoft.com/office/drawing/2014/main" id="{E8CC8001-FC9E-4359-9842-B0BC0D0D51DD}"/>
              </a:ext>
            </a:extLst>
          </p:cNvPr>
          <p:cNvSpPr>
            <a:spLocks noGrp="1"/>
          </p:cNvSpPr>
          <p:nvPr/>
        </p:nvSpPr>
        <p:spPr>
          <a:xfrm>
            <a:off x="9946084" y="4184650"/>
            <a:ext cx="1356916" cy="254000"/>
          </a:xfrm>
          <a:prstGeom prst="rect">
            <a:avLst/>
          </a:prstGeom>
          <a:noFill/>
        </p:spPr>
        <p:txBody>
          <a:bodyPr wrap="square" lIns="0" tIns="0" rIns="0" bIns="0" anchor="t">
            <a:normAutofit/>
          </a:bodyPr>
          <a:lstStyle/>
          <a:p>
            <a:pPr marL="0" indent="0" algn="l">
              <a:lnSpc>
                <a:spcPts val="1820"/>
              </a:lnSpc>
              <a:buNone/>
            </a:pPr>
            <a:r>
              <a:rPr sz="1300" b="1">
                <a:solidFill>
                  <a:srgbClr val="F5F3EC"/>
                </a:solidFill>
                <a:latin typeface="Arial"/>
                <a:ea typeface="Arial"/>
                <a:cs typeface="Arial"/>
              </a:rPr>
              <a:t>2022 · Eval.</a:t>
            </a:r>
            <a:endParaRPr sz="1300"/>
          </a:p>
        </p:txBody>
      </p:sp>
      <p:sp>
        <p:nvSpPr>
          <p:cNvPr id="35" name="Text 30">
            <a:extLst>
              <a:ext uri="{FF2B5EF4-FFF2-40B4-BE49-F238E27FC236}">
                <a16:creationId xmlns:a16="http://schemas.microsoft.com/office/drawing/2014/main" id="{30EDF3F5-BB39-43D5-841F-CE1368E916CB}"/>
              </a:ext>
            </a:extLst>
          </p:cNvPr>
          <p:cNvSpPr>
            <a:spLocks noGrp="1"/>
          </p:cNvSpPr>
          <p:nvPr/>
        </p:nvSpPr>
        <p:spPr>
          <a:xfrm>
            <a:off x="9946084" y="4438650"/>
            <a:ext cx="1356916" cy="234950"/>
          </a:xfrm>
          <a:prstGeom prst="rect">
            <a:avLst/>
          </a:prstGeom>
          <a:noFill/>
        </p:spPr>
        <p:txBody>
          <a:bodyPr wrap="square" lIns="0" tIns="0" rIns="0" bIns="0" anchor="t">
            <a:normAutofit/>
          </a:bodyPr>
          <a:lstStyle/>
          <a:p>
            <a:pPr marL="0" indent="0" algn="l">
              <a:lnSpc>
                <a:spcPts val="1680"/>
              </a:lnSpc>
              <a:buNone/>
            </a:pPr>
            <a:r>
              <a:rPr sz="1200">
                <a:solidFill>
                  <a:srgbClr val="F5F3EC"/>
                </a:solidFill>
                <a:latin typeface="Arial"/>
                <a:ea typeface="Arial"/>
                <a:cs typeface="Arial"/>
              </a:rPr>
              <a:t>Ene–jul</a:t>
            </a:r>
            <a:endParaRPr sz="1200"/>
          </a:p>
        </p:txBody>
      </p:sp>
      <p:sp>
        <p:nvSpPr>
          <p:cNvPr id="36" name="Text 31">
            <a:extLst>
              <a:ext uri="{FF2B5EF4-FFF2-40B4-BE49-F238E27FC236}">
                <a16:creationId xmlns:a16="http://schemas.microsoft.com/office/drawing/2014/main" id="{C3209019-2D57-431B-8D97-F1FCFF0A61F5}"/>
              </a:ext>
            </a:extLst>
          </p:cNvPr>
          <p:cNvSpPr>
            <a:spLocks noGrp="1"/>
          </p:cNvSpPr>
          <p:nvPr/>
        </p:nvSpPr>
        <p:spPr>
          <a:xfrm>
            <a:off x="9946084" y="4673600"/>
            <a:ext cx="1356916" cy="381000"/>
          </a:xfrm>
          <a:prstGeom prst="rect">
            <a:avLst/>
          </a:prstGeom>
          <a:noFill/>
        </p:spPr>
        <p:txBody>
          <a:bodyPr wrap="square" lIns="0" tIns="0" rIns="0" bIns="0" anchor="t">
            <a:normAutofit/>
          </a:bodyPr>
          <a:lstStyle/>
          <a:p>
            <a:pPr marL="0" indent="0" algn="l">
              <a:lnSpc>
                <a:spcPts val="2800"/>
              </a:lnSpc>
              <a:buNone/>
            </a:pPr>
            <a:r>
              <a:rPr sz="2000" b="1">
                <a:solidFill>
                  <a:srgbClr val="F5F3EC"/>
                </a:solidFill>
                <a:latin typeface="Arial"/>
                <a:ea typeface="Arial"/>
                <a:cs typeface="Arial"/>
              </a:rPr>
              <a:t>No indep.</a:t>
            </a:r>
            <a:endParaRPr sz="2000"/>
          </a:p>
        </p:txBody>
      </p:sp>
      <p:sp>
        <p:nvSpPr>
          <p:cNvPr id="37" name="Text 32">
            <a:extLst>
              <a:ext uri="{FF2B5EF4-FFF2-40B4-BE49-F238E27FC236}">
                <a16:creationId xmlns:a16="http://schemas.microsoft.com/office/drawing/2014/main" id="{4F408C55-2D8D-462D-88FD-9BFF324C2B5B}"/>
              </a:ext>
            </a:extLst>
          </p:cNvPr>
          <p:cNvSpPr>
            <a:spLocks noGrp="1"/>
          </p:cNvSpPr>
          <p:nvPr/>
        </p:nvSpPr>
        <p:spPr>
          <a:xfrm>
            <a:off x="812800" y="5359400"/>
            <a:ext cx="10883392" cy="495300"/>
          </a:xfrm>
          <a:prstGeom prst="rect">
            <a:avLst/>
          </a:prstGeom>
          <a:noFill/>
        </p:spPr>
        <p:txBody>
          <a:bodyPr wrap="square" lIns="0" tIns="0" rIns="0" bIns="0" anchor="t">
            <a:normAutofit/>
          </a:bodyPr>
          <a:lstStyle/>
          <a:p>
            <a:pPr marL="0" indent="0" algn="l">
              <a:lnSpc>
                <a:spcPts val="1890"/>
              </a:lnSpc>
              <a:buNone/>
            </a:pPr>
            <a:r>
              <a:rPr sz="1400" b="1">
                <a:solidFill>
                  <a:srgbClr val="16222F"/>
                </a:solidFill>
                <a:latin typeface="Arial"/>
                <a:ea typeface="Arial"/>
                <a:cs typeface="Arial"/>
              </a:rPr>
              <a:t>Logística 400k y Boosting 400k usan la misma muestra 2021; Boosting 1M se presenta aparte. Validación: oct–dic 2021.</a:t>
            </a:r>
            <a:endParaRPr sz="1400"/>
          </a:p>
        </p:txBody>
      </p:sp>
      <p:sp>
        <p:nvSpPr>
          <p:cNvPr id="38" name="Text 33">
            <a:extLst>
              <a:ext uri="{FF2B5EF4-FFF2-40B4-BE49-F238E27FC236}">
                <a16:creationId xmlns:a16="http://schemas.microsoft.com/office/drawing/2014/main" id="{8E39C60C-4802-4D92-86D1-E21131142E17}"/>
              </a:ext>
            </a:extLst>
          </p:cNvPr>
          <p:cNvSpPr>
            <a:spLocks noGrp="1"/>
          </p:cNvSpPr>
          <p:nvPr/>
        </p:nvSpPr>
        <p:spPr>
          <a:xfrm>
            <a:off x="812800" y="6242050"/>
            <a:ext cx="9810750" cy="234950"/>
          </a:xfrm>
          <a:prstGeom prst="rect">
            <a:avLst/>
          </a:prstGeom>
          <a:noFill/>
        </p:spPr>
        <p:txBody>
          <a:bodyPr wrap="square" lIns="0" tIns="0" rIns="0" bIns="0" anchor="t">
            <a:normAutofit/>
          </a:bodyPr>
          <a:lstStyle/>
          <a:p>
            <a:pPr marL="0" indent="0" algn="l">
              <a:lnSpc>
                <a:spcPts val="1680"/>
              </a:lnSpc>
              <a:buNone/>
            </a:pPr>
            <a:r>
              <a:rPr sz="1200">
                <a:solidFill>
                  <a:srgbClr val="55606B"/>
                </a:solidFill>
                <a:latin typeface="Arial"/>
                <a:ea typeface="Arial"/>
                <a:cs typeface="Arial"/>
              </a:rPr>
              <a:t>Datos de EE. UU.; 2020 excluido de todo análisis. Colombia es una propuesta pendiente de validación local.</a:t>
            </a:r>
            <a:endParaRPr sz="1200"/>
          </a:p>
        </p:txBody>
      </p:sp>
      <p:sp>
        <p:nvSpPr>
          <p:cNvPr id="39" name="Text 34">
            <a:extLst>
              <a:ext uri="{FF2B5EF4-FFF2-40B4-BE49-F238E27FC236}">
                <a16:creationId xmlns:a16="http://schemas.microsoft.com/office/drawing/2014/main" id="{76F0AAEC-9267-423E-B67C-70716FB75F31}"/>
              </a:ext>
            </a:extLst>
          </p:cNvPr>
          <p:cNvSpPr>
            <a:spLocks noGrp="1"/>
          </p:cNvSpPr>
          <p:nvPr/>
        </p:nvSpPr>
        <p:spPr>
          <a:xfrm>
            <a:off x="10693400" y="6242050"/>
            <a:ext cx="685800" cy="234950"/>
          </a:xfrm>
          <a:prstGeom prst="rect">
            <a:avLst/>
          </a:prstGeom>
          <a:noFill/>
        </p:spPr>
        <p:txBody>
          <a:bodyPr wrap="square" lIns="0" tIns="0" rIns="0" bIns="0" anchor="t">
            <a:normAutofit/>
          </a:bodyPr>
          <a:lstStyle/>
          <a:p>
            <a:pPr marL="0" indent="0" algn="r">
              <a:lnSpc>
                <a:spcPts val="1680"/>
              </a:lnSpc>
              <a:buNone/>
            </a:pPr>
            <a:r>
              <a:rPr sz="1200">
                <a:solidFill>
                  <a:srgbClr val="55606B"/>
                </a:solidFill>
                <a:latin typeface="Arial"/>
                <a:ea typeface="Arial"/>
                <a:cs typeface="Arial"/>
              </a:rPr>
              <a:t>7</a:t>
            </a:r>
            <a:endParaRPr sz="1200"/>
          </a:p>
        </p:txBody>
      </p:sp>
    </p:spTree>
    <p:extLst>
      <p:ext uri="{BB962C8B-B14F-4D97-AF65-F5344CB8AC3E}">
        <p14:creationId xmlns:p14="http://schemas.microsoft.com/office/powerpoint/2010/main" val="344914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828D387-1639-4BF0-A689-4088BDF52EC3}"/>
              </a:ext>
            </a:extLst>
          </p:cNvPr>
          <p:cNvSpPr>
            <a:spLocks noGrp="1"/>
          </p:cNvSpPr>
          <p:nvPr/>
        </p:nvSpPr>
        <p:spPr>
          <a:xfrm>
            <a:off x="812800" y="812800"/>
            <a:ext cx="10883392" cy="256778"/>
          </a:xfrm>
          <a:prstGeom prst="rect">
            <a:avLst/>
          </a:prstGeom>
          <a:noFill/>
        </p:spPr>
        <p:txBody>
          <a:bodyPr wrap="square" lIns="0" tIns="0" rIns="0" bIns="0" anchor="t">
            <a:normAutofit/>
          </a:bodyPr>
          <a:lstStyle/>
          <a:p>
            <a:pPr marL="0" indent="0" algn="l">
              <a:lnSpc>
                <a:spcPts val="1850"/>
              </a:lnSpc>
              <a:buNone/>
            </a:pPr>
            <a:r>
              <a:rPr sz="1321" b="1" spc="100">
                <a:solidFill>
                  <a:srgbClr val="176B7B"/>
                </a:solidFill>
                <a:latin typeface="Arial"/>
                <a:ea typeface="Arial"/>
                <a:cs typeface="Arial"/>
              </a:rPr>
              <a:t>5 · RESULTADOS</a:t>
            </a:r>
            <a:endParaRPr sz="1321"/>
          </a:p>
        </p:txBody>
      </p:sp>
      <p:sp>
        <p:nvSpPr>
          <p:cNvPr id="3" name="Text 1">
            <a:extLst>
              <a:ext uri="{FF2B5EF4-FFF2-40B4-BE49-F238E27FC236}">
                <a16:creationId xmlns:a16="http://schemas.microsoft.com/office/drawing/2014/main" id="{2F813A88-5A73-4467-8D90-4E9685858DC3}"/>
              </a:ext>
            </a:extLst>
          </p:cNvPr>
          <p:cNvSpPr>
            <a:spLocks noGrp="1"/>
          </p:cNvSpPr>
          <p:nvPr>
            <p:ph type="title"/>
          </p:nvPr>
        </p:nvSpPr>
        <p:spPr>
          <a:xfrm>
            <a:off x="812800" y="1298178"/>
            <a:ext cx="10883392" cy="417016"/>
          </a:xfrm>
          <a:prstGeom prst="rect">
            <a:avLst/>
          </a:prstGeom>
          <a:noFill/>
        </p:spPr>
        <p:txBody>
          <a:bodyPr wrap="square" lIns="0" tIns="0" rIns="0" bIns="0" anchor="t">
            <a:normAutofit/>
          </a:bodyPr>
          <a:lstStyle/>
          <a:p>
            <a:pPr marL="0" indent="0" algn="l">
              <a:lnSpc>
                <a:spcPts val="3145"/>
              </a:lnSpc>
              <a:buNone/>
            </a:pPr>
            <a:r>
              <a:rPr sz="2859" b="1" i="0">
                <a:solidFill>
                  <a:srgbClr val="16222F"/>
                </a:solidFill>
                <a:latin typeface="Arial"/>
                <a:ea typeface="Arial"/>
                <a:cs typeface="Arial"/>
              </a:rPr>
              <a:t>Comparación retrospectiva del top 10 % de riesgo</a:t>
            </a:r>
            <a:endParaRPr sz="2859"/>
          </a:p>
        </p:txBody>
      </p:sp>
      <p:sp>
        <p:nvSpPr>
          <p:cNvPr id="4" name="Shape 2">
            <a:extLst>
              <a:ext uri="{FF2B5EF4-FFF2-40B4-BE49-F238E27FC236}">
                <a16:creationId xmlns:a16="http://schemas.microsoft.com/office/drawing/2014/main" id="{3E830C4A-6494-4686-B7B3-4BE4638F8815}"/>
              </a:ext>
            </a:extLst>
          </p:cNvPr>
          <p:cNvSpPr>
            <a:spLocks noGrp="1"/>
          </p:cNvSpPr>
          <p:nvPr/>
        </p:nvSpPr>
        <p:spPr>
          <a:xfrm>
            <a:off x="815975" y="1946970"/>
            <a:ext cx="6343650" cy="3891855"/>
          </a:xfrm>
          <a:prstGeom prst="roundRect">
            <a:avLst>
              <a:gd name="adj" fmla="val 2529"/>
            </a:avLst>
          </a:prstGeom>
          <a:solidFill>
            <a:srgbClr val="FBFAF6"/>
          </a:solidFill>
          <a:ln w="6350">
            <a:solidFill>
              <a:srgbClr val="DAD6C8"/>
            </a:solidFill>
            <a:prstDash val="solid"/>
          </a:ln>
        </p:spPr>
        <p:txBody>
          <a:bodyPr/>
          <a:lstStyle/>
          <a:p>
            <a:endParaRPr/>
          </a:p>
        </p:txBody>
      </p:sp>
      <p:sp>
        <p:nvSpPr>
          <p:cNvPr id="5" name="Text 3">
            <a:extLst>
              <a:ext uri="{FF2B5EF4-FFF2-40B4-BE49-F238E27FC236}">
                <a16:creationId xmlns:a16="http://schemas.microsoft.com/office/drawing/2014/main" id="{F5C93505-B759-4E16-A3AE-51F33E72F749}"/>
              </a:ext>
            </a:extLst>
          </p:cNvPr>
          <p:cNvSpPr>
            <a:spLocks noGrp="1"/>
          </p:cNvSpPr>
          <p:nvPr/>
        </p:nvSpPr>
        <p:spPr>
          <a:xfrm>
            <a:off x="996950" y="2127945"/>
            <a:ext cx="6161151" cy="448568"/>
          </a:xfrm>
          <a:prstGeom prst="rect">
            <a:avLst/>
          </a:prstGeom>
          <a:noFill/>
        </p:spPr>
        <p:txBody>
          <a:bodyPr wrap="square" lIns="0" tIns="0" rIns="0" bIns="0" anchor="t">
            <a:normAutofit/>
          </a:bodyPr>
          <a:lstStyle/>
          <a:p>
            <a:pPr marL="0" indent="0" algn="l">
              <a:lnSpc>
                <a:spcPts val="1695"/>
              </a:lnSpc>
              <a:buNone/>
            </a:pPr>
            <a:r>
              <a:rPr sz="1304" b="1">
                <a:solidFill>
                  <a:srgbClr val="16222F"/>
                </a:solidFill>
                <a:latin typeface="Arial"/>
                <a:ea typeface="Arial"/>
                <a:cs typeface="Arial"/>
              </a:rPr>
              <a:t>Retrasos detectados entre los mismos 394.492 vuelos comparados (10 %), ene–jul 2022</a:t>
            </a:r>
            <a:endParaRPr sz="1304"/>
          </a:p>
        </p:txBody>
      </p:sp>
      <p:sp>
        <p:nvSpPr>
          <p:cNvPr id="6" name="Text 4">
            <a:extLst>
              <a:ext uri="{FF2B5EF4-FFF2-40B4-BE49-F238E27FC236}">
                <a16:creationId xmlns:a16="http://schemas.microsoft.com/office/drawing/2014/main" id="{8C2B4E67-27C8-404D-8763-D5C95B27E1A7}"/>
              </a:ext>
            </a:extLst>
          </p:cNvPr>
          <p:cNvSpPr>
            <a:spLocks noGrp="1"/>
          </p:cNvSpPr>
          <p:nvPr/>
        </p:nvSpPr>
        <p:spPr>
          <a:xfrm>
            <a:off x="1281748" y="3784600"/>
            <a:ext cx="792480" cy="323850"/>
          </a:xfrm>
          <a:prstGeom prst="rect">
            <a:avLst/>
          </a:prstGeom>
          <a:noFill/>
        </p:spPr>
        <p:txBody>
          <a:bodyPr wrap="square" lIns="0" tIns="0" rIns="0" bIns="0" anchor="t">
            <a:normAutofit/>
          </a:bodyPr>
          <a:lstStyle/>
          <a:p>
            <a:pPr marL="0" indent="0" algn="ctr">
              <a:lnSpc>
                <a:spcPts val="2380"/>
              </a:lnSpc>
              <a:buNone/>
            </a:pPr>
            <a:r>
              <a:rPr sz="1700" b="1">
                <a:solidFill>
                  <a:srgbClr val="16222F"/>
                </a:solidFill>
                <a:latin typeface="Arial"/>
                <a:ea typeface="Arial"/>
                <a:cs typeface="Arial"/>
              </a:rPr>
              <a:t>85.396</a:t>
            </a:r>
            <a:endParaRPr sz="1700"/>
          </a:p>
        </p:txBody>
      </p:sp>
      <p:sp>
        <p:nvSpPr>
          <p:cNvPr id="7" name="Shape 5">
            <a:extLst>
              <a:ext uri="{FF2B5EF4-FFF2-40B4-BE49-F238E27FC236}">
                <a16:creationId xmlns:a16="http://schemas.microsoft.com/office/drawing/2014/main" id="{EE8FF3B7-43DA-406A-A3EB-C3A14ED9D8CD}"/>
              </a:ext>
            </a:extLst>
          </p:cNvPr>
          <p:cNvSpPr>
            <a:spLocks noGrp="1"/>
          </p:cNvSpPr>
          <p:nvPr/>
        </p:nvSpPr>
        <p:spPr>
          <a:xfrm>
            <a:off x="1201738" y="4146550"/>
            <a:ext cx="952500" cy="1257300"/>
          </a:xfrm>
          <a:custGeom>
            <a:avLst/>
            <a:gdLst/>
            <a:ahLst/>
            <a:cxnLst/>
            <a:rect l="l" t="t" r="r" b="b"/>
            <a:pathLst>
              <a:path w="952500" h="1257300">
                <a:moveTo>
                  <a:pt x="50800" y="0"/>
                </a:moveTo>
                <a:lnTo>
                  <a:pt x="901700" y="0"/>
                </a:lnTo>
                <a:arcTo wR="50800" hR="50800" stAng="16200000" swAng="5400000"/>
                <a:lnTo>
                  <a:pt x="952500" y="1257300"/>
                </a:lnTo>
                <a:lnTo>
                  <a:pt x="0" y="1257300"/>
                </a:lnTo>
                <a:lnTo>
                  <a:pt x="0" y="50800"/>
                </a:lnTo>
                <a:arcTo wR="50800" hR="50800" stAng="10800000" swAng="5400000"/>
                <a:close/>
              </a:path>
            </a:pathLst>
          </a:custGeom>
          <a:solidFill>
            <a:srgbClr val="C9C4B3"/>
          </a:solidFill>
        </p:spPr>
        <p:txBody>
          <a:bodyPr/>
          <a:lstStyle/>
          <a:p>
            <a:endParaRPr/>
          </a:p>
        </p:txBody>
      </p:sp>
      <p:sp>
        <p:nvSpPr>
          <p:cNvPr id="8" name="Text 6">
            <a:extLst>
              <a:ext uri="{FF2B5EF4-FFF2-40B4-BE49-F238E27FC236}">
                <a16:creationId xmlns:a16="http://schemas.microsoft.com/office/drawing/2014/main" id="{A537D6D9-0855-420A-A5D4-6226F637132D}"/>
              </a:ext>
            </a:extLst>
          </p:cNvPr>
          <p:cNvSpPr>
            <a:spLocks noGrp="1"/>
          </p:cNvSpPr>
          <p:nvPr/>
        </p:nvSpPr>
        <p:spPr>
          <a:xfrm>
            <a:off x="936000" y="5467350"/>
            <a:ext cx="1483876" cy="215900"/>
          </a:xfrm>
          <a:prstGeom prst="rect">
            <a:avLst/>
          </a:prstGeom>
          <a:noFill/>
        </p:spPr>
        <p:txBody>
          <a:bodyPr wrap="square" lIns="0" tIns="0" rIns="0" bIns="0" anchor="t">
            <a:normAutofit/>
          </a:bodyPr>
          <a:lstStyle/>
          <a:p>
            <a:pPr marL="0" indent="0" algn="ctr">
              <a:lnSpc>
                <a:spcPts val="1500"/>
              </a:lnSpc>
              <a:buNone/>
            </a:pPr>
            <a:r>
              <a:rPr sz="1200">
                <a:solidFill>
                  <a:srgbClr val="55606B"/>
                </a:solidFill>
                <a:latin typeface="Arial"/>
                <a:ea typeface="Arial"/>
                <a:cs typeface="Arial"/>
              </a:rPr>
              <a:t>Al azar</a:t>
            </a:r>
            <a:endParaRPr sz="1200"/>
          </a:p>
        </p:txBody>
      </p:sp>
      <p:sp>
        <p:nvSpPr>
          <p:cNvPr id="9" name="Text 7">
            <a:extLst>
              <a:ext uri="{FF2B5EF4-FFF2-40B4-BE49-F238E27FC236}">
                <a16:creationId xmlns:a16="http://schemas.microsoft.com/office/drawing/2014/main" id="{2D0978F4-D28A-4F1D-8191-88B8658A6DB7}"/>
              </a:ext>
            </a:extLst>
          </p:cNvPr>
          <p:cNvSpPr>
            <a:spLocks noGrp="1"/>
          </p:cNvSpPr>
          <p:nvPr/>
        </p:nvSpPr>
        <p:spPr>
          <a:xfrm>
            <a:off x="2749590" y="3200400"/>
            <a:ext cx="936546" cy="323850"/>
          </a:xfrm>
          <a:prstGeom prst="rect">
            <a:avLst/>
          </a:prstGeom>
          <a:noFill/>
        </p:spPr>
        <p:txBody>
          <a:bodyPr wrap="square" lIns="0" tIns="0" rIns="0" bIns="0" anchor="t">
            <a:normAutofit/>
          </a:bodyPr>
          <a:lstStyle/>
          <a:p>
            <a:pPr marL="0" indent="0" algn="ctr">
              <a:lnSpc>
                <a:spcPts val="2380"/>
              </a:lnSpc>
              <a:buNone/>
            </a:pPr>
            <a:r>
              <a:rPr sz="1700" b="1">
                <a:solidFill>
                  <a:srgbClr val="16222F"/>
                </a:solidFill>
                <a:latin typeface="Arial"/>
                <a:ea typeface="Arial"/>
                <a:cs typeface="Arial"/>
              </a:rPr>
              <a:t>156.592</a:t>
            </a:r>
            <a:endParaRPr sz="1700"/>
          </a:p>
        </p:txBody>
      </p:sp>
      <p:sp>
        <p:nvSpPr>
          <p:cNvPr id="10" name="Shape 8">
            <a:extLst>
              <a:ext uri="{FF2B5EF4-FFF2-40B4-BE49-F238E27FC236}">
                <a16:creationId xmlns:a16="http://schemas.microsoft.com/office/drawing/2014/main" id="{E0A56025-4F3E-437C-B6C0-1303FFE8600D}"/>
              </a:ext>
            </a:extLst>
          </p:cNvPr>
          <p:cNvSpPr>
            <a:spLocks noGrp="1"/>
          </p:cNvSpPr>
          <p:nvPr/>
        </p:nvSpPr>
        <p:spPr>
          <a:xfrm>
            <a:off x="2741613" y="3562350"/>
            <a:ext cx="952500" cy="1841500"/>
          </a:xfrm>
          <a:custGeom>
            <a:avLst/>
            <a:gdLst/>
            <a:ahLst/>
            <a:cxnLst/>
            <a:rect l="l" t="t" r="r" b="b"/>
            <a:pathLst>
              <a:path w="952500" h="1841500">
                <a:moveTo>
                  <a:pt x="50800" y="0"/>
                </a:moveTo>
                <a:lnTo>
                  <a:pt x="901700" y="0"/>
                </a:lnTo>
                <a:arcTo wR="50800" hR="50800" stAng="16200000" swAng="5400000"/>
                <a:lnTo>
                  <a:pt x="952500" y="1841500"/>
                </a:lnTo>
                <a:lnTo>
                  <a:pt x="0" y="1841500"/>
                </a:lnTo>
                <a:lnTo>
                  <a:pt x="0" y="50800"/>
                </a:lnTo>
                <a:arcTo wR="50800" hR="50800" stAng="10800000" swAng="5400000"/>
                <a:close/>
              </a:path>
            </a:pathLst>
          </a:custGeom>
          <a:solidFill>
            <a:srgbClr val="8FA3B8"/>
          </a:solidFill>
        </p:spPr>
        <p:txBody>
          <a:bodyPr/>
          <a:lstStyle/>
          <a:p>
            <a:endParaRPr/>
          </a:p>
        </p:txBody>
      </p:sp>
      <p:sp>
        <p:nvSpPr>
          <p:cNvPr id="11" name="Text 9">
            <a:extLst>
              <a:ext uri="{FF2B5EF4-FFF2-40B4-BE49-F238E27FC236}">
                <a16:creationId xmlns:a16="http://schemas.microsoft.com/office/drawing/2014/main" id="{C5CCF5B7-7C8D-4DB8-A828-762385195D3E}"/>
              </a:ext>
            </a:extLst>
          </p:cNvPr>
          <p:cNvSpPr>
            <a:spLocks noGrp="1"/>
          </p:cNvSpPr>
          <p:nvPr/>
        </p:nvSpPr>
        <p:spPr>
          <a:xfrm>
            <a:off x="2420293" y="5467350"/>
            <a:ext cx="1595041" cy="215900"/>
          </a:xfrm>
          <a:prstGeom prst="rect">
            <a:avLst/>
          </a:prstGeom>
          <a:noFill/>
        </p:spPr>
        <p:txBody>
          <a:bodyPr wrap="square" lIns="0" tIns="0" rIns="0" bIns="0" anchor="t">
            <a:normAutofit/>
          </a:bodyPr>
          <a:lstStyle/>
          <a:p>
            <a:pPr marL="0" indent="0" algn="ctr">
              <a:lnSpc>
                <a:spcPts val="1500"/>
              </a:lnSpc>
              <a:buNone/>
            </a:pPr>
            <a:r>
              <a:rPr sz="1200">
                <a:solidFill>
                  <a:srgbClr val="55606B"/>
                </a:solidFill>
                <a:latin typeface="Arial"/>
                <a:ea typeface="Arial"/>
                <a:cs typeface="Arial"/>
              </a:rPr>
              <a:t>Logística 400k</a:t>
            </a:r>
            <a:endParaRPr sz="1200"/>
          </a:p>
        </p:txBody>
      </p:sp>
      <p:sp>
        <p:nvSpPr>
          <p:cNvPr id="12" name="Text 10">
            <a:extLst>
              <a:ext uri="{FF2B5EF4-FFF2-40B4-BE49-F238E27FC236}">
                <a16:creationId xmlns:a16="http://schemas.microsoft.com/office/drawing/2014/main" id="{AC235E84-3B91-4740-954C-3AD6FE88633E}"/>
              </a:ext>
            </a:extLst>
          </p:cNvPr>
          <p:cNvSpPr>
            <a:spLocks noGrp="1"/>
          </p:cNvSpPr>
          <p:nvPr/>
        </p:nvSpPr>
        <p:spPr>
          <a:xfrm>
            <a:off x="4289465" y="2908300"/>
            <a:ext cx="936546" cy="323850"/>
          </a:xfrm>
          <a:prstGeom prst="rect">
            <a:avLst/>
          </a:prstGeom>
          <a:noFill/>
        </p:spPr>
        <p:txBody>
          <a:bodyPr wrap="square" lIns="0" tIns="0" rIns="0" bIns="0" anchor="t">
            <a:normAutofit/>
          </a:bodyPr>
          <a:lstStyle/>
          <a:p>
            <a:pPr marL="0" indent="0" algn="ctr">
              <a:lnSpc>
                <a:spcPts val="2380"/>
              </a:lnSpc>
              <a:buNone/>
            </a:pPr>
            <a:r>
              <a:rPr sz="1700" b="1">
                <a:solidFill>
                  <a:srgbClr val="16222F"/>
                </a:solidFill>
                <a:latin typeface="Arial"/>
                <a:ea typeface="Arial"/>
                <a:cs typeface="Arial"/>
              </a:rPr>
              <a:t>159.192</a:t>
            </a:r>
            <a:endParaRPr sz="1700"/>
          </a:p>
        </p:txBody>
      </p:sp>
      <p:sp>
        <p:nvSpPr>
          <p:cNvPr id="13" name="Shape 11">
            <a:extLst>
              <a:ext uri="{FF2B5EF4-FFF2-40B4-BE49-F238E27FC236}">
                <a16:creationId xmlns:a16="http://schemas.microsoft.com/office/drawing/2014/main" id="{268B6128-83B3-4FE5-A16E-5C527A319DE3}"/>
              </a:ext>
            </a:extLst>
          </p:cNvPr>
          <p:cNvSpPr>
            <a:spLocks noGrp="1"/>
          </p:cNvSpPr>
          <p:nvPr/>
        </p:nvSpPr>
        <p:spPr>
          <a:xfrm>
            <a:off x="4281488" y="3270250"/>
            <a:ext cx="952500" cy="1943100"/>
          </a:xfrm>
          <a:custGeom>
            <a:avLst/>
            <a:gdLst/>
            <a:ahLst/>
            <a:cxnLst/>
            <a:rect l="l" t="t" r="r" b="b"/>
            <a:pathLst>
              <a:path w="952500" h="1943100">
                <a:moveTo>
                  <a:pt x="50800" y="0"/>
                </a:moveTo>
                <a:lnTo>
                  <a:pt x="901700" y="0"/>
                </a:lnTo>
                <a:arcTo wR="50800" hR="50800" stAng="16200000" swAng="5400000"/>
                <a:lnTo>
                  <a:pt x="952500" y="1943100"/>
                </a:lnTo>
                <a:lnTo>
                  <a:pt x="0" y="1943100"/>
                </a:lnTo>
                <a:lnTo>
                  <a:pt x="0" y="50800"/>
                </a:lnTo>
                <a:arcTo wR="50800" hR="50800" stAng="10800000" swAng="5400000"/>
                <a:close/>
              </a:path>
            </a:pathLst>
          </a:custGeom>
          <a:solidFill>
            <a:srgbClr val="176B7B"/>
          </a:solidFill>
        </p:spPr>
        <p:txBody>
          <a:bodyPr/>
          <a:lstStyle/>
          <a:p>
            <a:endParaRPr/>
          </a:p>
        </p:txBody>
      </p:sp>
      <p:sp>
        <p:nvSpPr>
          <p:cNvPr id="14" name="Text 12">
            <a:extLst>
              <a:ext uri="{FF2B5EF4-FFF2-40B4-BE49-F238E27FC236}">
                <a16:creationId xmlns:a16="http://schemas.microsoft.com/office/drawing/2014/main" id="{67444F68-6596-4FEF-9A15-346E1CDFBBA6}"/>
              </a:ext>
            </a:extLst>
          </p:cNvPr>
          <p:cNvSpPr>
            <a:spLocks noGrp="1"/>
          </p:cNvSpPr>
          <p:nvPr/>
        </p:nvSpPr>
        <p:spPr>
          <a:xfrm>
            <a:off x="4051300" y="5276850"/>
            <a:ext cx="1412875" cy="406400"/>
          </a:xfrm>
          <a:prstGeom prst="rect">
            <a:avLst/>
          </a:prstGeom>
          <a:noFill/>
        </p:spPr>
        <p:txBody>
          <a:bodyPr wrap="square" lIns="0" tIns="0" rIns="0" bIns="0" anchor="t">
            <a:normAutofit/>
          </a:bodyPr>
          <a:lstStyle/>
          <a:p>
            <a:pPr marL="0" indent="0" algn="ctr">
              <a:lnSpc>
                <a:spcPts val="1500"/>
              </a:lnSpc>
              <a:buNone/>
            </a:pPr>
            <a:r>
              <a:rPr sz="1200">
                <a:solidFill>
                  <a:srgbClr val="55606B"/>
                </a:solidFill>
                <a:latin typeface="Arial"/>
                <a:ea typeface="Arial"/>
                <a:cs typeface="Arial"/>
              </a:rPr>
              <a:t>Boosting 400k</a:t>
            </a:r>
            <a:endParaRPr sz="1200"/>
          </a:p>
        </p:txBody>
      </p:sp>
      <p:sp>
        <p:nvSpPr>
          <p:cNvPr id="15" name="Text 13">
            <a:extLst>
              <a:ext uri="{FF2B5EF4-FFF2-40B4-BE49-F238E27FC236}">
                <a16:creationId xmlns:a16="http://schemas.microsoft.com/office/drawing/2014/main" id="{C84AFAD9-F8DB-4FAA-87E9-34724B8E1E89}"/>
              </a:ext>
            </a:extLst>
          </p:cNvPr>
          <p:cNvSpPr>
            <a:spLocks noGrp="1"/>
          </p:cNvSpPr>
          <p:nvPr/>
        </p:nvSpPr>
        <p:spPr>
          <a:xfrm>
            <a:off x="5829340" y="2438400"/>
            <a:ext cx="936546" cy="323850"/>
          </a:xfrm>
          <a:prstGeom prst="rect">
            <a:avLst/>
          </a:prstGeom>
          <a:noFill/>
        </p:spPr>
        <p:txBody>
          <a:bodyPr wrap="square" lIns="0" tIns="0" rIns="0" bIns="0" anchor="t">
            <a:normAutofit/>
          </a:bodyPr>
          <a:lstStyle/>
          <a:p>
            <a:pPr marL="0" indent="0" algn="ctr">
              <a:lnSpc>
                <a:spcPts val="2380"/>
              </a:lnSpc>
              <a:buNone/>
            </a:pPr>
            <a:r>
              <a:rPr sz="1700" b="1">
                <a:solidFill>
                  <a:srgbClr val="8A5A0A"/>
                </a:solidFill>
                <a:latin typeface="Arial"/>
                <a:ea typeface="Arial"/>
                <a:cs typeface="Arial"/>
              </a:rPr>
              <a:t>163.780</a:t>
            </a:r>
            <a:endParaRPr sz="1700"/>
          </a:p>
        </p:txBody>
      </p:sp>
      <p:sp>
        <p:nvSpPr>
          <p:cNvPr id="16" name="Shape 14">
            <a:extLst>
              <a:ext uri="{FF2B5EF4-FFF2-40B4-BE49-F238E27FC236}">
                <a16:creationId xmlns:a16="http://schemas.microsoft.com/office/drawing/2014/main" id="{119D4E68-F093-4395-84BA-F6A98A71F8E1}"/>
              </a:ext>
            </a:extLst>
          </p:cNvPr>
          <p:cNvSpPr>
            <a:spLocks noGrp="1"/>
          </p:cNvSpPr>
          <p:nvPr/>
        </p:nvSpPr>
        <p:spPr>
          <a:xfrm>
            <a:off x="5821363" y="2800350"/>
            <a:ext cx="952500" cy="2413000"/>
          </a:xfrm>
          <a:custGeom>
            <a:avLst/>
            <a:gdLst/>
            <a:ahLst/>
            <a:cxnLst/>
            <a:rect l="l" t="t" r="r" b="b"/>
            <a:pathLst>
              <a:path w="952500" h="2413000">
                <a:moveTo>
                  <a:pt x="50800" y="0"/>
                </a:moveTo>
                <a:lnTo>
                  <a:pt x="901700" y="0"/>
                </a:lnTo>
                <a:arcTo wR="50800" hR="50800" stAng="16200000" swAng="5400000"/>
                <a:lnTo>
                  <a:pt x="952500" y="2413000"/>
                </a:lnTo>
                <a:lnTo>
                  <a:pt x="0" y="2413000"/>
                </a:lnTo>
                <a:lnTo>
                  <a:pt x="0" y="50800"/>
                </a:lnTo>
                <a:arcTo wR="50800" hR="50800" stAng="10800000" swAng="5400000"/>
                <a:close/>
              </a:path>
            </a:pathLst>
          </a:custGeom>
          <a:solidFill>
            <a:srgbClr val="E9A23B"/>
          </a:solidFill>
        </p:spPr>
        <p:txBody>
          <a:bodyPr/>
          <a:lstStyle/>
          <a:p>
            <a:endParaRPr/>
          </a:p>
        </p:txBody>
      </p:sp>
      <p:sp>
        <p:nvSpPr>
          <p:cNvPr id="17" name="Text 15">
            <a:extLst>
              <a:ext uri="{FF2B5EF4-FFF2-40B4-BE49-F238E27FC236}">
                <a16:creationId xmlns:a16="http://schemas.microsoft.com/office/drawing/2014/main" id="{D5DFFA43-9240-4D3D-B99A-971CC2D66287}"/>
              </a:ext>
            </a:extLst>
          </p:cNvPr>
          <p:cNvSpPr>
            <a:spLocks noGrp="1"/>
          </p:cNvSpPr>
          <p:nvPr/>
        </p:nvSpPr>
        <p:spPr>
          <a:xfrm>
            <a:off x="5591175" y="5276850"/>
            <a:ext cx="1412875" cy="406400"/>
          </a:xfrm>
          <a:prstGeom prst="rect">
            <a:avLst/>
          </a:prstGeom>
          <a:noFill/>
        </p:spPr>
        <p:txBody>
          <a:bodyPr wrap="square" lIns="0" tIns="0" rIns="0" bIns="0" anchor="t">
            <a:normAutofit/>
          </a:bodyPr>
          <a:lstStyle/>
          <a:p>
            <a:pPr marL="0" indent="0" algn="ctr">
              <a:lnSpc>
                <a:spcPts val="1500"/>
              </a:lnSpc>
              <a:buNone/>
            </a:pPr>
            <a:r>
              <a:rPr sz="1200" b="1">
                <a:solidFill>
                  <a:srgbClr val="16222F"/>
                </a:solidFill>
                <a:latin typeface="Arial"/>
                <a:ea typeface="Arial"/>
                <a:cs typeface="Arial"/>
              </a:rPr>
              <a:t>Gradient boosting (final)</a:t>
            </a:r>
            <a:endParaRPr sz="1200"/>
          </a:p>
        </p:txBody>
      </p:sp>
      <p:sp>
        <p:nvSpPr>
          <p:cNvPr id="18" name="Shape 16">
            <a:extLst>
              <a:ext uri="{FF2B5EF4-FFF2-40B4-BE49-F238E27FC236}">
                <a16:creationId xmlns:a16="http://schemas.microsoft.com/office/drawing/2014/main" id="{2C8E5BE6-F252-483C-9AE7-27FE4A89D368}"/>
              </a:ext>
            </a:extLst>
          </p:cNvPr>
          <p:cNvSpPr>
            <a:spLocks noGrp="1"/>
          </p:cNvSpPr>
          <p:nvPr/>
        </p:nvSpPr>
        <p:spPr>
          <a:xfrm>
            <a:off x="7518400" y="1943795"/>
            <a:ext cx="3860800" cy="1206302"/>
          </a:xfrm>
          <a:prstGeom prst="roundRect">
            <a:avLst>
              <a:gd name="adj" fmla="val 8422"/>
            </a:avLst>
          </a:prstGeom>
          <a:solidFill>
            <a:srgbClr val="13243B"/>
          </a:solidFill>
        </p:spPr>
        <p:txBody>
          <a:bodyPr/>
          <a:lstStyle/>
          <a:p>
            <a:endParaRPr/>
          </a:p>
        </p:txBody>
      </p:sp>
      <p:sp>
        <p:nvSpPr>
          <p:cNvPr id="19" name="Text 17">
            <a:extLst>
              <a:ext uri="{FF2B5EF4-FFF2-40B4-BE49-F238E27FC236}">
                <a16:creationId xmlns:a16="http://schemas.microsoft.com/office/drawing/2014/main" id="{7405C7D9-D550-4853-9FE5-23D21D25180F}"/>
              </a:ext>
            </a:extLst>
          </p:cNvPr>
          <p:cNvSpPr>
            <a:spLocks noGrp="1"/>
          </p:cNvSpPr>
          <p:nvPr/>
        </p:nvSpPr>
        <p:spPr>
          <a:xfrm>
            <a:off x="7696200" y="2096195"/>
            <a:ext cx="3610356" cy="469801"/>
          </a:xfrm>
          <a:prstGeom prst="rect">
            <a:avLst/>
          </a:prstGeom>
          <a:noFill/>
        </p:spPr>
        <p:txBody>
          <a:bodyPr wrap="square" lIns="0" tIns="0" rIns="0" bIns="0" anchor="t">
            <a:normAutofit/>
          </a:bodyPr>
          <a:lstStyle/>
          <a:p>
            <a:pPr marL="0" indent="0" algn="l">
              <a:lnSpc>
                <a:spcPts val="3520"/>
              </a:lnSpc>
              <a:buNone/>
            </a:pPr>
            <a:r>
              <a:rPr sz="3200" b="1">
                <a:solidFill>
                  <a:srgbClr val="E9A23B"/>
                </a:solidFill>
                <a:latin typeface="Arial"/>
                <a:ea typeface="Arial"/>
                <a:cs typeface="Arial"/>
              </a:rPr>
              <a:t>41,52 %</a:t>
            </a:r>
            <a:endParaRPr sz="3200"/>
          </a:p>
        </p:txBody>
      </p:sp>
      <p:sp>
        <p:nvSpPr>
          <p:cNvPr id="20" name="Text 18">
            <a:extLst>
              <a:ext uri="{FF2B5EF4-FFF2-40B4-BE49-F238E27FC236}">
                <a16:creationId xmlns:a16="http://schemas.microsoft.com/office/drawing/2014/main" id="{05E547AF-3949-425B-A5C5-2406EDEF08E1}"/>
              </a:ext>
            </a:extLst>
          </p:cNvPr>
          <p:cNvSpPr>
            <a:spLocks noGrp="1"/>
          </p:cNvSpPr>
          <p:nvPr/>
        </p:nvSpPr>
        <p:spPr>
          <a:xfrm>
            <a:off x="7696200" y="2578695"/>
            <a:ext cx="3610356" cy="444401"/>
          </a:xfrm>
          <a:prstGeom prst="rect">
            <a:avLst/>
          </a:prstGeom>
          <a:noFill/>
        </p:spPr>
        <p:txBody>
          <a:bodyPr wrap="square" lIns="0" tIns="0" rIns="0" bIns="0" anchor="t">
            <a:normAutofit/>
          </a:bodyPr>
          <a:lstStyle/>
          <a:p>
            <a:pPr marL="0" indent="0" algn="l">
              <a:lnSpc>
                <a:spcPts val="1690"/>
              </a:lnSpc>
              <a:buNone/>
            </a:pPr>
            <a:r>
              <a:rPr sz="1300">
                <a:solidFill>
                  <a:srgbClr val="B8C4D2"/>
                </a:solidFill>
                <a:latin typeface="Arial"/>
                <a:ea typeface="Arial"/>
                <a:cs typeface="Arial"/>
              </a:rPr>
              <a:t>de los vuelos marcados se retrasó, frente a 21,65 % al azar</a:t>
            </a:r>
            <a:endParaRPr sz="1300"/>
          </a:p>
        </p:txBody>
      </p:sp>
      <p:sp>
        <p:nvSpPr>
          <p:cNvPr id="21" name="Shape 19">
            <a:extLst>
              <a:ext uri="{FF2B5EF4-FFF2-40B4-BE49-F238E27FC236}">
                <a16:creationId xmlns:a16="http://schemas.microsoft.com/office/drawing/2014/main" id="{11A53D61-A748-4562-BCF6-2C64E7BADE61}"/>
              </a:ext>
            </a:extLst>
          </p:cNvPr>
          <p:cNvSpPr>
            <a:spLocks noGrp="1"/>
          </p:cNvSpPr>
          <p:nvPr/>
        </p:nvSpPr>
        <p:spPr>
          <a:xfrm>
            <a:off x="7521575" y="3280271"/>
            <a:ext cx="3854450" cy="1212652"/>
          </a:xfrm>
          <a:prstGeom prst="roundRect">
            <a:avLst>
              <a:gd name="adj" fmla="val 8117"/>
            </a:avLst>
          </a:prstGeom>
          <a:solidFill>
            <a:srgbClr val="FBFAF6"/>
          </a:solidFill>
          <a:ln w="6350">
            <a:solidFill>
              <a:srgbClr val="DAD6C8"/>
            </a:solidFill>
            <a:prstDash val="solid"/>
          </a:ln>
        </p:spPr>
        <p:txBody>
          <a:bodyPr/>
          <a:lstStyle/>
          <a:p>
            <a:endParaRPr/>
          </a:p>
        </p:txBody>
      </p:sp>
      <p:sp>
        <p:nvSpPr>
          <p:cNvPr id="22" name="Text 20">
            <a:extLst>
              <a:ext uri="{FF2B5EF4-FFF2-40B4-BE49-F238E27FC236}">
                <a16:creationId xmlns:a16="http://schemas.microsoft.com/office/drawing/2014/main" id="{F2549015-C7F4-45C2-B1BB-DC6B623D660C}"/>
              </a:ext>
            </a:extLst>
          </p:cNvPr>
          <p:cNvSpPr>
            <a:spLocks noGrp="1"/>
          </p:cNvSpPr>
          <p:nvPr/>
        </p:nvSpPr>
        <p:spPr>
          <a:xfrm>
            <a:off x="7702550" y="3435846"/>
            <a:ext cx="3597275" cy="469801"/>
          </a:xfrm>
          <a:prstGeom prst="rect">
            <a:avLst/>
          </a:prstGeom>
          <a:noFill/>
        </p:spPr>
        <p:txBody>
          <a:bodyPr wrap="square" lIns="0" tIns="0" rIns="0" bIns="0" anchor="t">
            <a:normAutofit/>
          </a:bodyPr>
          <a:lstStyle/>
          <a:p>
            <a:pPr marL="0" indent="0" algn="l">
              <a:lnSpc>
                <a:spcPts val="3520"/>
              </a:lnSpc>
              <a:buNone/>
            </a:pPr>
            <a:r>
              <a:rPr sz="3200" b="1">
                <a:solidFill>
                  <a:srgbClr val="176B7B"/>
                </a:solidFill>
                <a:latin typeface="Arial"/>
                <a:ea typeface="Arial"/>
                <a:cs typeface="Arial"/>
              </a:rPr>
              <a:t>1,92×</a:t>
            </a:r>
            <a:endParaRPr sz="3200"/>
          </a:p>
        </p:txBody>
      </p:sp>
      <p:sp>
        <p:nvSpPr>
          <p:cNvPr id="23" name="Text 21">
            <a:extLst>
              <a:ext uri="{FF2B5EF4-FFF2-40B4-BE49-F238E27FC236}">
                <a16:creationId xmlns:a16="http://schemas.microsoft.com/office/drawing/2014/main" id="{27097E9F-DD71-4039-800B-5702470A79AD}"/>
              </a:ext>
            </a:extLst>
          </p:cNvPr>
          <p:cNvSpPr>
            <a:spLocks noGrp="1"/>
          </p:cNvSpPr>
          <p:nvPr/>
        </p:nvSpPr>
        <p:spPr>
          <a:xfrm>
            <a:off x="7702550" y="3918347"/>
            <a:ext cx="3597275" cy="444401"/>
          </a:xfrm>
          <a:prstGeom prst="rect">
            <a:avLst/>
          </a:prstGeom>
          <a:noFill/>
        </p:spPr>
        <p:txBody>
          <a:bodyPr wrap="square" lIns="0" tIns="0" rIns="0" bIns="0" anchor="t">
            <a:normAutofit/>
          </a:bodyPr>
          <a:lstStyle/>
          <a:p>
            <a:pPr marL="0" indent="0" algn="l">
              <a:lnSpc>
                <a:spcPts val="1690"/>
              </a:lnSpc>
              <a:buNone/>
            </a:pPr>
            <a:r>
              <a:rPr sz="1300">
                <a:solidFill>
                  <a:srgbClr val="55606B"/>
                </a:solidFill>
                <a:latin typeface="Arial"/>
                <a:ea typeface="Arial"/>
                <a:cs typeface="Arial"/>
              </a:rPr>
              <a:t>lift: el grupo marcado concentra casi el doble de retrasos</a:t>
            </a:r>
            <a:endParaRPr sz="1300"/>
          </a:p>
        </p:txBody>
      </p:sp>
      <p:sp>
        <p:nvSpPr>
          <p:cNvPr id="24" name="Shape 22">
            <a:extLst>
              <a:ext uri="{FF2B5EF4-FFF2-40B4-BE49-F238E27FC236}">
                <a16:creationId xmlns:a16="http://schemas.microsoft.com/office/drawing/2014/main" id="{1A1857CC-A894-4048-9CD3-900C0A22A2D7}"/>
              </a:ext>
            </a:extLst>
          </p:cNvPr>
          <p:cNvSpPr>
            <a:spLocks noGrp="1"/>
          </p:cNvSpPr>
          <p:nvPr/>
        </p:nvSpPr>
        <p:spPr>
          <a:xfrm>
            <a:off x="7521575" y="4626273"/>
            <a:ext cx="3854450" cy="1212652"/>
          </a:xfrm>
          <a:prstGeom prst="roundRect">
            <a:avLst>
              <a:gd name="adj" fmla="val 8117"/>
            </a:avLst>
          </a:prstGeom>
          <a:solidFill>
            <a:srgbClr val="FBFAF6"/>
          </a:solidFill>
          <a:ln w="6350">
            <a:solidFill>
              <a:srgbClr val="DAD6C8"/>
            </a:solidFill>
            <a:prstDash val="solid"/>
          </a:ln>
        </p:spPr>
        <p:txBody>
          <a:bodyPr/>
          <a:lstStyle/>
          <a:p>
            <a:endParaRPr/>
          </a:p>
        </p:txBody>
      </p:sp>
      <p:sp>
        <p:nvSpPr>
          <p:cNvPr id="25" name="Text 23">
            <a:extLst>
              <a:ext uri="{FF2B5EF4-FFF2-40B4-BE49-F238E27FC236}">
                <a16:creationId xmlns:a16="http://schemas.microsoft.com/office/drawing/2014/main" id="{2201CE62-9B2B-4999-8EB9-5E80A8C5B652}"/>
              </a:ext>
            </a:extLst>
          </p:cNvPr>
          <p:cNvSpPr>
            <a:spLocks noGrp="1"/>
          </p:cNvSpPr>
          <p:nvPr/>
        </p:nvSpPr>
        <p:spPr>
          <a:xfrm>
            <a:off x="7702550" y="4781848"/>
            <a:ext cx="3597275" cy="469801"/>
          </a:xfrm>
          <a:prstGeom prst="rect">
            <a:avLst/>
          </a:prstGeom>
          <a:noFill/>
        </p:spPr>
        <p:txBody>
          <a:bodyPr wrap="square" lIns="0" tIns="0" rIns="0" bIns="0" anchor="t">
            <a:normAutofit/>
          </a:bodyPr>
          <a:lstStyle/>
          <a:p>
            <a:pPr marL="0" indent="0" algn="l">
              <a:lnSpc>
                <a:spcPts val="3520"/>
              </a:lnSpc>
              <a:buNone/>
            </a:pPr>
            <a:r>
              <a:rPr sz="3200" b="1">
                <a:solidFill>
                  <a:srgbClr val="176B7B"/>
                </a:solidFill>
                <a:latin typeface="Arial"/>
                <a:ea typeface="Arial"/>
                <a:cs typeface="Arial"/>
              </a:rPr>
              <a:t>+2.600</a:t>
            </a:r>
            <a:endParaRPr sz="3200"/>
          </a:p>
        </p:txBody>
      </p:sp>
      <p:sp>
        <p:nvSpPr>
          <p:cNvPr id="26" name="Text 24">
            <a:extLst>
              <a:ext uri="{FF2B5EF4-FFF2-40B4-BE49-F238E27FC236}">
                <a16:creationId xmlns:a16="http://schemas.microsoft.com/office/drawing/2014/main" id="{43B703A4-F5DF-454F-8251-EA86D5CF031C}"/>
              </a:ext>
            </a:extLst>
          </p:cNvPr>
          <p:cNvSpPr>
            <a:spLocks noGrp="1"/>
          </p:cNvSpPr>
          <p:nvPr/>
        </p:nvSpPr>
        <p:spPr>
          <a:xfrm>
            <a:off x="7702550" y="5264348"/>
            <a:ext cx="3597275" cy="444401"/>
          </a:xfrm>
          <a:prstGeom prst="rect">
            <a:avLst/>
          </a:prstGeom>
          <a:noFill/>
        </p:spPr>
        <p:txBody>
          <a:bodyPr wrap="square" lIns="0" tIns="0" rIns="0" bIns="0" anchor="t">
            <a:normAutofit/>
          </a:bodyPr>
          <a:lstStyle/>
          <a:p>
            <a:pPr marL="0" indent="0" algn="l">
              <a:lnSpc>
                <a:spcPts val="1690"/>
              </a:lnSpc>
              <a:buNone/>
            </a:pPr>
            <a:r>
              <a:rPr sz="1300">
                <a:solidFill>
                  <a:srgbClr val="55606B"/>
                </a:solidFill>
                <a:latin typeface="Arial"/>
                <a:ea typeface="Arial"/>
                <a:cs typeface="Arial"/>
              </a:rPr>
              <a:t>retrasos adicionales de Boosting 400k frente a Logística 400k</a:t>
            </a:r>
            <a:endParaRPr sz="1300"/>
          </a:p>
        </p:txBody>
      </p:sp>
      <p:sp>
        <p:nvSpPr>
          <p:cNvPr id="27" name="Text 25">
            <a:extLst>
              <a:ext uri="{FF2B5EF4-FFF2-40B4-BE49-F238E27FC236}">
                <a16:creationId xmlns:a16="http://schemas.microsoft.com/office/drawing/2014/main" id="{6FB73D9A-8DD4-40A1-B951-AB1B9BC734F8}"/>
              </a:ext>
            </a:extLst>
          </p:cNvPr>
          <p:cNvSpPr>
            <a:spLocks noGrp="1"/>
          </p:cNvSpPr>
          <p:nvPr/>
        </p:nvSpPr>
        <p:spPr>
          <a:xfrm>
            <a:off x="812800" y="6242050"/>
            <a:ext cx="9810750" cy="234950"/>
          </a:xfrm>
          <a:prstGeom prst="rect">
            <a:avLst/>
          </a:prstGeom>
          <a:noFill/>
        </p:spPr>
        <p:txBody>
          <a:bodyPr wrap="square" lIns="0" tIns="0" rIns="0" bIns="0" anchor="t">
            <a:normAutofit/>
          </a:bodyPr>
          <a:lstStyle/>
          <a:p>
            <a:pPr marL="0" indent="0" algn="l">
              <a:lnSpc>
                <a:spcPts val="1680"/>
              </a:lnSpc>
              <a:buNone/>
            </a:pPr>
            <a:r>
              <a:rPr sz="1200">
                <a:solidFill>
                  <a:srgbClr val="55606B"/>
                </a:solidFill>
                <a:latin typeface="Arial"/>
                <a:ea typeface="Arial"/>
                <a:cs typeface="Arial"/>
              </a:rPr>
              <a:t>El 10 % es un escenario retrospectivo, no una cuota operativa. La comparación 400k usa misma muestra y periodos.</a:t>
            </a:r>
            <a:endParaRPr sz="1200"/>
          </a:p>
        </p:txBody>
      </p:sp>
      <p:sp>
        <p:nvSpPr>
          <p:cNvPr id="28" name="Text 26">
            <a:extLst>
              <a:ext uri="{FF2B5EF4-FFF2-40B4-BE49-F238E27FC236}">
                <a16:creationId xmlns:a16="http://schemas.microsoft.com/office/drawing/2014/main" id="{7427F530-743D-4148-92FF-1FD19A1DD04B}"/>
              </a:ext>
            </a:extLst>
          </p:cNvPr>
          <p:cNvSpPr>
            <a:spLocks noGrp="1"/>
          </p:cNvSpPr>
          <p:nvPr/>
        </p:nvSpPr>
        <p:spPr>
          <a:xfrm>
            <a:off x="10693400" y="6242050"/>
            <a:ext cx="685800" cy="234950"/>
          </a:xfrm>
          <a:prstGeom prst="rect">
            <a:avLst/>
          </a:prstGeom>
          <a:noFill/>
        </p:spPr>
        <p:txBody>
          <a:bodyPr wrap="square" lIns="0" tIns="0" rIns="0" bIns="0" anchor="t">
            <a:normAutofit/>
          </a:bodyPr>
          <a:lstStyle/>
          <a:p>
            <a:pPr marL="0" indent="0" algn="r">
              <a:lnSpc>
                <a:spcPts val="1680"/>
              </a:lnSpc>
              <a:buNone/>
            </a:pPr>
            <a:r>
              <a:rPr sz="1200">
                <a:solidFill>
                  <a:srgbClr val="55606B"/>
                </a:solidFill>
                <a:latin typeface="Arial"/>
                <a:ea typeface="Arial"/>
                <a:cs typeface="Arial"/>
              </a:rPr>
              <a:t>8</a:t>
            </a:r>
            <a:endParaRPr sz="1200"/>
          </a:p>
        </p:txBody>
      </p:sp>
    </p:spTree>
    <p:extLst>
      <p:ext uri="{BB962C8B-B14F-4D97-AF65-F5344CB8AC3E}">
        <p14:creationId xmlns:p14="http://schemas.microsoft.com/office/powerpoint/2010/main" val="57666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3243B"/>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C3F04E3-1A09-4EBF-ADD4-5E5950C8C4AA}"/>
              </a:ext>
            </a:extLst>
          </p:cNvPr>
          <p:cNvSpPr>
            <a:spLocks noGrp="1"/>
          </p:cNvSpPr>
          <p:nvPr/>
        </p:nvSpPr>
        <p:spPr>
          <a:xfrm>
            <a:off x="812800" y="812800"/>
            <a:ext cx="10883392" cy="273050"/>
          </a:xfrm>
          <a:prstGeom prst="rect">
            <a:avLst/>
          </a:prstGeom>
          <a:noFill/>
        </p:spPr>
        <p:txBody>
          <a:bodyPr wrap="square" lIns="0" tIns="0" rIns="0" bIns="0" anchor="t">
            <a:normAutofit/>
          </a:bodyPr>
          <a:lstStyle/>
          <a:p>
            <a:pPr marL="0" indent="0" algn="l">
              <a:lnSpc>
                <a:spcPts val="1960"/>
              </a:lnSpc>
              <a:buNone/>
            </a:pPr>
            <a:r>
              <a:rPr sz="1400" b="1" spc="100">
                <a:solidFill>
                  <a:srgbClr val="E9A23B"/>
                </a:solidFill>
                <a:latin typeface="Arial"/>
                <a:ea typeface="Arial"/>
                <a:cs typeface="Arial"/>
              </a:rPr>
              <a:t>6 · LO QUE NO RESUELVE</a:t>
            </a:r>
            <a:endParaRPr sz="1400"/>
          </a:p>
        </p:txBody>
      </p:sp>
      <p:sp>
        <p:nvSpPr>
          <p:cNvPr id="3" name="Text 1">
            <a:extLst>
              <a:ext uri="{FF2B5EF4-FFF2-40B4-BE49-F238E27FC236}">
                <a16:creationId xmlns:a16="http://schemas.microsoft.com/office/drawing/2014/main" id="{9D5AD82A-29CB-4171-9311-8F9E549962CC}"/>
              </a:ext>
            </a:extLst>
          </p:cNvPr>
          <p:cNvSpPr>
            <a:spLocks noGrp="1"/>
          </p:cNvSpPr>
          <p:nvPr>
            <p:ph type="title"/>
          </p:nvPr>
        </p:nvSpPr>
        <p:spPr>
          <a:xfrm>
            <a:off x="812800" y="1314450"/>
            <a:ext cx="10883392" cy="444500"/>
          </a:xfrm>
          <a:prstGeom prst="rect">
            <a:avLst/>
          </a:prstGeom>
          <a:noFill/>
        </p:spPr>
        <p:txBody>
          <a:bodyPr wrap="square" lIns="0" tIns="0" rIns="0" bIns="0" anchor="t">
            <a:normAutofit/>
          </a:bodyPr>
          <a:lstStyle/>
          <a:p>
            <a:pPr marL="0" indent="0" algn="l">
              <a:lnSpc>
                <a:spcPts val="3300"/>
              </a:lnSpc>
              <a:buNone/>
            </a:pPr>
            <a:r>
              <a:rPr sz="3000" b="1" i="0">
                <a:solidFill>
                  <a:srgbClr val="F5F3EC"/>
                </a:solidFill>
                <a:latin typeface="Arial"/>
                <a:ea typeface="Arial"/>
                <a:cs typeface="Arial"/>
              </a:rPr>
              <a:t>Una ayuda para ordenar, no una bola de cristal</a:t>
            </a:r>
            <a:endParaRPr sz="3000"/>
          </a:p>
        </p:txBody>
      </p:sp>
      <p:sp>
        <p:nvSpPr>
          <p:cNvPr id="4" name="Shape 2">
            <a:extLst>
              <a:ext uri="{FF2B5EF4-FFF2-40B4-BE49-F238E27FC236}">
                <a16:creationId xmlns:a16="http://schemas.microsoft.com/office/drawing/2014/main" id="{2E3574D5-84CF-4A37-9003-74702A3A96CB}"/>
              </a:ext>
            </a:extLst>
          </p:cNvPr>
          <p:cNvSpPr>
            <a:spLocks noGrp="1"/>
          </p:cNvSpPr>
          <p:nvPr/>
        </p:nvSpPr>
        <p:spPr>
          <a:xfrm>
            <a:off x="812800" y="1987550"/>
            <a:ext cx="3232150" cy="1822450"/>
          </a:xfrm>
          <a:prstGeom prst="roundRect">
            <a:avLst>
              <a:gd name="adj" fmla="val 5575"/>
            </a:avLst>
          </a:prstGeom>
          <a:solidFill>
            <a:srgbClr val="1D3452"/>
          </a:solidFill>
        </p:spPr>
        <p:txBody>
          <a:bodyPr/>
          <a:lstStyle/>
          <a:p>
            <a:endParaRPr/>
          </a:p>
        </p:txBody>
      </p:sp>
      <p:sp>
        <p:nvSpPr>
          <p:cNvPr id="5" name="Text 3">
            <a:extLst>
              <a:ext uri="{FF2B5EF4-FFF2-40B4-BE49-F238E27FC236}">
                <a16:creationId xmlns:a16="http://schemas.microsoft.com/office/drawing/2014/main" id="{7552F61E-E1CB-4BDD-AEF1-9481EBC2B928}"/>
              </a:ext>
            </a:extLst>
          </p:cNvPr>
          <p:cNvSpPr>
            <a:spLocks noGrp="1"/>
          </p:cNvSpPr>
          <p:nvPr/>
        </p:nvSpPr>
        <p:spPr>
          <a:xfrm>
            <a:off x="1016000" y="2190750"/>
            <a:ext cx="2910523" cy="635000"/>
          </a:xfrm>
          <a:prstGeom prst="rect">
            <a:avLst/>
          </a:prstGeom>
          <a:noFill/>
        </p:spPr>
        <p:txBody>
          <a:bodyPr wrap="square" lIns="0" tIns="0" rIns="0" bIns="0" anchor="t">
            <a:normAutofit/>
          </a:bodyPr>
          <a:lstStyle/>
          <a:p>
            <a:pPr marL="0" indent="0" algn="l">
              <a:lnSpc>
                <a:spcPts val="4800"/>
              </a:lnSpc>
              <a:buNone/>
            </a:pPr>
            <a:r>
              <a:rPr sz="4800" b="1">
                <a:solidFill>
                  <a:srgbClr val="E9A23B"/>
                </a:solidFill>
                <a:latin typeface="Arial"/>
                <a:ea typeface="Arial"/>
                <a:cs typeface="Arial"/>
              </a:rPr>
              <a:t>80,8 %</a:t>
            </a:r>
            <a:endParaRPr sz="4800"/>
          </a:p>
        </p:txBody>
      </p:sp>
      <p:sp>
        <p:nvSpPr>
          <p:cNvPr id="6" name="Text 4">
            <a:extLst>
              <a:ext uri="{FF2B5EF4-FFF2-40B4-BE49-F238E27FC236}">
                <a16:creationId xmlns:a16="http://schemas.microsoft.com/office/drawing/2014/main" id="{D81D4928-663A-4E33-805D-25BC4BE11A4D}"/>
              </a:ext>
            </a:extLst>
          </p:cNvPr>
          <p:cNvSpPr>
            <a:spLocks noGrp="1"/>
          </p:cNvSpPr>
          <p:nvPr/>
        </p:nvSpPr>
        <p:spPr>
          <a:xfrm>
            <a:off x="1016000" y="2876550"/>
            <a:ext cx="2910523" cy="482600"/>
          </a:xfrm>
          <a:prstGeom prst="rect">
            <a:avLst/>
          </a:prstGeom>
          <a:noFill/>
        </p:spPr>
        <p:txBody>
          <a:bodyPr wrap="square" lIns="0" tIns="0" rIns="0" bIns="0" anchor="t">
            <a:normAutofit/>
          </a:bodyPr>
          <a:lstStyle/>
          <a:p>
            <a:pPr marL="0" indent="0" algn="l">
              <a:lnSpc>
                <a:spcPts val="1820"/>
              </a:lnSpc>
              <a:buNone/>
            </a:pPr>
            <a:r>
              <a:rPr sz="1400">
                <a:solidFill>
                  <a:srgbClr val="F5F3EC"/>
                </a:solidFill>
                <a:latin typeface="Arial"/>
                <a:ea typeface="Arial"/>
                <a:cs typeface="Arial"/>
              </a:rPr>
              <a:t>En el escenario retrospectivo del 10 %</a:t>
            </a:r>
            <a:endParaRPr sz="1400"/>
          </a:p>
        </p:txBody>
      </p:sp>
      <p:sp>
        <p:nvSpPr>
          <p:cNvPr id="7" name="Text 5">
            <a:extLst>
              <a:ext uri="{FF2B5EF4-FFF2-40B4-BE49-F238E27FC236}">
                <a16:creationId xmlns:a16="http://schemas.microsoft.com/office/drawing/2014/main" id="{D8162E8D-3B97-403F-A090-F889613F66EC}"/>
              </a:ext>
            </a:extLst>
          </p:cNvPr>
          <p:cNvSpPr>
            <a:spLocks noGrp="1"/>
          </p:cNvSpPr>
          <p:nvPr/>
        </p:nvSpPr>
        <p:spPr>
          <a:xfrm>
            <a:off x="1016000" y="3409950"/>
            <a:ext cx="2910523" cy="222250"/>
          </a:xfrm>
          <a:prstGeom prst="rect">
            <a:avLst/>
          </a:prstGeom>
          <a:noFill/>
        </p:spPr>
        <p:txBody>
          <a:bodyPr wrap="square" lIns="0" tIns="0" rIns="0" bIns="0" anchor="t">
            <a:normAutofit/>
          </a:bodyPr>
          <a:lstStyle/>
          <a:p>
            <a:pPr marL="0" indent="0" algn="l">
              <a:lnSpc>
                <a:spcPts val="1560"/>
              </a:lnSpc>
              <a:buNone/>
            </a:pPr>
            <a:r>
              <a:rPr sz="1200">
                <a:solidFill>
                  <a:srgbClr val="B8C4D2"/>
                </a:solidFill>
                <a:latin typeface="Arial"/>
                <a:ea typeface="Arial"/>
                <a:cs typeface="Arial"/>
              </a:rPr>
              <a:t>Recall de 19,18 %</a:t>
            </a:r>
            <a:endParaRPr sz="1200"/>
          </a:p>
        </p:txBody>
      </p:sp>
      <p:sp>
        <p:nvSpPr>
          <p:cNvPr id="8" name="Shape 6">
            <a:extLst>
              <a:ext uri="{FF2B5EF4-FFF2-40B4-BE49-F238E27FC236}">
                <a16:creationId xmlns:a16="http://schemas.microsoft.com/office/drawing/2014/main" id="{7F550974-87AA-4ED5-9DE9-11ACA3537B4A}"/>
              </a:ext>
            </a:extLst>
          </p:cNvPr>
          <p:cNvSpPr>
            <a:spLocks noGrp="1"/>
          </p:cNvSpPr>
          <p:nvPr/>
        </p:nvSpPr>
        <p:spPr>
          <a:xfrm>
            <a:off x="4197350" y="1987550"/>
            <a:ext cx="3232150" cy="1822450"/>
          </a:xfrm>
          <a:prstGeom prst="roundRect">
            <a:avLst>
              <a:gd name="adj" fmla="val 5575"/>
            </a:avLst>
          </a:prstGeom>
          <a:solidFill>
            <a:srgbClr val="1D3452"/>
          </a:solidFill>
        </p:spPr>
        <p:txBody>
          <a:bodyPr/>
          <a:lstStyle/>
          <a:p>
            <a:endParaRPr/>
          </a:p>
        </p:txBody>
      </p:sp>
      <p:sp>
        <p:nvSpPr>
          <p:cNvPr id="9" name="Text 7">
            <a:extLst>
              <a:ext uri="{FF2B5EF4-FFF2-40B4-BE49-F238E27FC236}">
                <a16:creationId xmlns:a16="http://schemas.microsoft.com/office/drawing/2014/main" id="{50780CD4-0F4C-473E-B8A9-38D160847A36}"/>
              </a:ext>
            </a:extLst>
          </p:cNvPr>
          <p:cNvSpPr>
            <a:spLocks noGrp="1"/>
          </p:cNvSpPr>
          <p:nvPr/>
        </p:nvSpPr>
        <p:spPr>
          <a:xfrm>
            <a:off x="4400550" y="2190750"/>
            <a:ext cx="2910523" cy="635000"/>
          </a:xfrm>
          <a:prstGeom prst="rect">
            <a:avLst/>
          </a:prstGeom>
          <a:noFill/>
        </p:spPr>
        <p:txBody>
          <a:bodyPr wrap="square" lIns="0" tIns="0" rIns="0" bIns="0" anchor="t">
            <a:normAutofit/>
          </a:bodyPr>
          <a:lstStyle/>
          <a:p>
            <a:pPr marL="0" indent="0" algn="l">
              <a:lnSpc>
                <a:spcPts val="4800"/>
              </a:lnSpc>
              <a:buNone/>
            </a:pPr>
            <a:r>
              <a:rPr sz="4800" b="1">
                <a:solidFill>
                  <a:srgbClr val="E9A23B"/>
                </a:solidFill>
                <a:latin typeface="Arial"/>
                <a:ea typeface="Arial"/>
                <a:cs typeface="Arial"/>
              </a:rPr>
              <a:t>58,5 %</a:t>
            </a:r>
            <a:endParaRPr sz="4800"/>
          </a:p>
        </p:txBody>
      </p:sp>
      <p:sp>
        <p:nvSpPr>
          <p:cNvPr id="10" name="Text 8">
            <a:extLst>
              <a:ext uri="{FF2B5EF4-FFF2-40B4-BE49-F238E27FC236}">
                <a16:creationId xmlns:a16="http://schemas.microsoft.com/office/drawing/2014/main" id="{134D6526-7118-44B2-A31F-1D84DB431474}"/>
              </a:ext>
            </a:extLst>
          </p:cNvPr>
          <p:cNvSpPr>
            <a:spLocks noGrp="1"/>
          </p:cNvSpPr>
          <p:nvPr/>
        </p:nvSpPr>
        <p:spPr>
          <a:xfrm>
            <a:off x="4400550" y="2876550"/>
            <a:ext cx="2910523" cy="482600"/>
          </a:xfrm>
          <a:prstGeom prst="rect">
            <a:avLst/>
          </a:prstGeom>
          <a:noFill/>
        </p:spPr>
        <p:txBody>
          <a:bodyPr wrap="square" lIns="0" tIns="0" rIns="0" bIns="0" anchor="t">
            <a:normAutofit/>
          </a:bodyPr>
          <a:lstStyle/>
          <a:p>
            <a:pPr marL="0" indent="0" algn="l">
              <a:lnSpc>
                <a:spcPts val="1820"/>
              </a:lnSpc>
              <a:buNone/>
            </a:pPr>
            <a:r>
              <a:rPr sz="1400">
                <a:solidFill>
                  <a:srgbClr val="F5F3EC"/>
                </a:solidFill>
                <a:latin typeface="Arial"/>
                <a:ea typeface="Arial"/>
                <a:cs typeface="Arial"/>
              </a:rPr>
              <a:t>de los vuelos marcados no se retrasa</a:t>
            </a:r>
            <a:endParaRPr sz="1400"/>
          </a:p>
        </p:txBody>
      </p:sp>
      <p:sp>
        <p:nvSpPr>
          <p:cNvPr id="11" name="Text 9">
            <a:extLst>
              <a:ext uri="{FF2B5EF4-FFF2-40B4-BE49-F238E27FC236}">
                <a16:creationId xmlns:a16="http://schemas.microsoft.com/office/drawing/2014/main" id="{809800B5-B23A-4CFA-871E-DEF90208B525}"/>
              </a:ext>
            </a:extLst>
          </p:cNvPr>
          <p:cNvSpPr>
            <a:spLocks noGrp="1"/>
          </p:cNvSpPr>
          <p:nvPr/>
        </p:nvSpPr>
        <p:spPr>
          <a:xfrm>
            <a:off x="4400550" y="3409950"/>
            <a:ext cx="2910523" cy="222250"/>
          </a:xfrm>
          <a:prstGeom prst="rect">
            <a:avLst/>
          </a:prstGeom>
          <a:noFill/>
        </p:spPr>
        <p:txBody>
          <a:bodyPr wrap="square" lIns="0" tIns="0" rIns="0" bIns="0" anchor="t">
            <a:normAutofit/>
          </a:bodyPr>
          <a:lstStyle/>
          <a:p>
            <a:pPr marL="0" indent="0" algn="l">
              <a:lnSpc>
                <a:spcPts val="1560"/>
              </a:lnSpc>
              <a:buNone/>
            </a:pPr>
            <a:r>
              <a:rPr sz="1200">
                <a:solidFill>
                  <a:srgbClr val="B8C4D2"/>
                </a:solidFill>
                <a:latin typeface="Arial"/>
                <a:ea typeface="Arial"/>
                <a:cs typeface="Arial"/>
              </a:rPr>
              <a:t>Precisión de 41,52 %</a:t>
            </a:r>
            <a:endParaRPr sz="1200"/>
          </a:p>
        </p:txBody>
      </p:sp>
      <p:sp>
        <p:nvSpPr>
          <p:cNvPr id="12" name="Shape 10">
            <a:extLst>
              <a:ext uri="{FF2B5EF4-FFF2-40B4-BE49-F238E27FC236}">
                <a16:creationId xmlns:a16="http://schemas.microsoft.com/office/drawing/2014/main" id="{F3F6DD9E-05FF-4381-91C9-C83EFF4BECC7}"/>
              </a:ext>
            </a:extLst>
          </p:cNvPr>
          <p:cNvSpPr>
            <a:spLocks noGrp="1"/>
          </p:cNvSpPr>
          <p:nvPr/>
        </p:nvSpPr>
        <p:spPr>
          <a:xfrm>
            <a:off x="7581900" y="1987550"/>
            <a:ext cx="3797300" cy="1822450"/>
          </a:xfrm>
          <a:prstGeom prst="roundRect">
            <a:avLst>
              <a:gd name="adj" fmla="val 5575"/>
            </a:avLst>
          </a:prstGeom>
          <a:solidFill>
            <a:srgbClr val="1D3452"/>
          </a:solidFill>
        </p:spPr>
        <p:txBody>
          <a:bodyPr/>
          <a:lstStyle/>
          <a:p>
            <a:endParaRPr/>
          </a:p>
        </p:txBody>
      </p:sp>
      <p:sp>
        <p:nvSpPr>
          <p:cNvPr id="13" name="Text 11">
            <a:extLst>
              <a:ext uri="{FF2B5EF4-FFF2-40B4-BE49-F238E27FC236}">
                <a16:creationId xmlns:a16="http://schemas.microsoft.com/office/drawing/2014/main" id="{F0C087AB-E6D0-4059-96B6-1BD7BD6D06FA}"/>
              </a:ext>
            </a:extLst>
          </p:cNvPr>
          <p:cNvSpPr>
            <a:spLocks noGrp="1"/>
          </p:cNvSpPr>
          <p:nvPr/>
        </p:nvSpPr>
        <p:spPr>
          <a:xfrm>
            <a:off x="7785100" y="2190750"/>
            <a:ext cx="3492627" cy="254000"/>
          </a:xfrm>
          <a:prstGeom prst="rect">
            <a:avLst/>
          </a:prstGeom>
          <a:noFill/>
        </p:spPr>
        <p:txBody>
          <a:bodyPr wrap="square" lIns="0" tIns="0" rIns="0" bIns="0" anchor="t">
            <a:normAutofit/>
          </a:bodyPr>
          <a:lstStyle/>
          <a:p>
            <a:pPr marL="0" indent="0" algn="l">
              <a:lnSpc>
                <a:spcPts val="1820"/>
              </a:lnSpc>
              <a:buNone/>
            </a:pPr>
            <a:r>
              <a:rPr sz="1400">
                <a:solidFill>
                  <a:srgbClr val="F5F3EC"/>
                </a:solidFill>
                <a:latin typeface="Arial"/>
                <a:ea typeface="Arial"/>
                <a:cs typeface="Arial"/>
              </a:rPr>
              <a:t>El modelo subestima la tasa global</a:t>
            </a:r>
            <a:endParaRPr sz="1400"/>
          </a:p>
        </p:txBody>
      </p:sp>
      <p:sp>
        <p:nvSpPr>
          <p:cNvPr id="14" name="Text 12">
            <a:extLst>
              <a:ext uri="{FF2B5EF4-FFF2-40B4-BE49-F238E27FC236}">
                <a16:creationId xmlns:a16="http://schemas.microsoft.com/office/drawing/2014/main" id="{3A868A31-955B-463A-BBC6-27959DC13E6D}"/>
              </a:ext>
            </a:extLst>
          </p:cNvPr>
          <p:cNvSpPr>
            <a:spLocks noGrp="1"/>
          </p:cNvSpPr>
          <p:nvPr/>
        </p:nvSpPr>
        <p:spPr>
          <a:xfrm>
            <a:off x="7785100" y="2520950"/>
            <a:ext cx="3492627" cy="234950"/>
          </a:xfrm>
          <a:prstGeom prst="rect">
            <a:avLst/>
          </a:prstGeom>
          <a:noFill/>
        </p:spPr>
        <p:txBody>
          <a:bodyPr wrap="square" lIns="0" tIns="0" rIns="0" bIns="0" anchor="t">
            <a:normAutofit/>
          </a:bodyPr>
          <a:lstStyle/>
          <a:p>
            <a:pPr marL="0" indent="0" algn="l">
              <a:lnSpc>
                <a:spcPts val="1680"/>
              </a:lnSpc>
              <a:buNone/>
            </a:pPr>
            <a:r>
              <a:rPr sz="1200">
                <a:solidFill>
                  <a:srgbClr val="B8C4D2"/>
                </a:solidFill>
                <a:latin typeface="Arial"/>
                <a:ea typeface="Arial"/>
                <a:cs typeface="Arial"/>
              </a:rPr>
              <a:t>Riesgo medio estimado · 16,79 %</a:t>
            </a:r>
            <a:endParaRPr sz="1200"/>
          </a:p>
        </p:txBody>
      </p:sp>
      <p:sp>
        <p:nvSpPr>
          <p:cNvPr id="15" name="Shape 13">
            <a:extLst>
              <a:ext uri="{FF2B5EF4-FFF2-40B4-BE49-F238E27FC236}">
                <a16:creationId xmlns:a16="http://schemas.microsoft.com/office/drawing/2014/main" id="{BB38678F-623A-4674-B503-D8FAA4441268}"/>
              </a:ext>
            </a:extLst>
          </p:cNvPr>
          <p:cNvSpPr>
            <a:spLocks noGrp="1"/>
          </p:cNvSpPr>
          <p:nvPr/>
        </p:nvSpPr>
        <p:spPr>
          <a:xfrm>
            <a:off x="7785100" y="2768600"/>
            <a:ext cx="1968500" cy="228600"/>
          </a:xfrm>
          <a:prstGeom prst="roundRect">
            <a:avLst>
              <a:gd name="adj" fmla="val 16667"/>
            </a:avLst>
          </a:prstGeom>
          <a:solidFill>
            <a:srgbClr val="8FA3B8"/>
          </a:solidFill>
        </p:spPr>
        <p:txBody>
          <a:bodyPr/>
          <a:lstStyle/>
          <a:p>
            <a:endParaRPr/>
          </a:p>
        </p:txBody>
      </p:sp>
      <p:sp>
        <p:nvSpPr>
          <p:cNvPr id="16" name="Text 14">
            <a:extLst>
              <a:ext uri="{FF2B5EF4-FFF2-40B4-BE49-F238E27FC236}">
                <a16:creationId xmlns:a16="http://schemas.microsoft.com/office/drawing/2014/main" id="{F29190B8-3F0B-419E-9F81-F79FB0906860}"/>
              </a:ext>
            </a:extLst>
          </p:cNvPr>
          <p:cNvSpPr>
            <a:spLocks noGrp="1"/>
          </p:cNvSpPr>
          <p:nvPr/>
        </p:nvSpPr>
        <p:spPr>
          <a:xfrm>
            <a:off x="7785100" y="3098800"/>
            <a:ext cx="3492627" cy="234950"/>
          </a:xfrm>
          <a:prstGeom prst="rect">
            <a:avLst/>
          </a:prstGeom>
          <a:noFill/>
        </p:spPr>
        <p:txBody>
          <a:bodyPr wrap="square" lIns="0" tIns="0" rIns="0" bIns="0" anchor="t">
            <a:normAutofit/>
          </a:bodyPr>
          <a:lstStyle/>
          <a:p>
            <a:pPr marL="0" indent="0" algn="l">
              <a:lnSpc>
                <a:spcPts val="1680"/>
              </a:lnSpc>
              <a:buNone/>
            </a:pPr>
            <a:r>
              <a:rPr sz="1200">
                <a:solidFill>
                  <a:srgbClr val="B8C4D2"/>
                </a:solidFill>
                <a:latin typeface="Arial"/>
                <a:ea typeface="Arial"/>
                <a:cs typeface="Arial"/>
              </a:rPr>
              <a:t>Tasa observada · 21,65 %</a:t>
            </a:r>
            <a:endParaRPr sz="1200"/>
          </a:p>
        </p:txBody>
      </p:sp>
      <p:sp>
        <p:nvSpPr>
          <p:cNvPr id="17" name="Shape 15">
            <a:extLst>
              <a:ext uri="{FF2B5EF4-FFF2-40B4-BE49-F238E27FC236}">
                <a16:creationId xmlns:a16="http://schemas.microsoft.com/office/drawing/2014/main" id="{03ED988C-2493-4935-B20C-53D478651DB0}"/>
              </a:ext>
            </a:extLst>
          </p:cNvPr>
          <p:cNvSpPr>
            <a:spLocks noGrp="1"/>
          </p:cNvSpPr>
          <p:nvPr/>
        </p:nvSpPr>
        <p:spPr>
          <a:xfrm>
            <a:off x="7785100" y="3346450"/>
            <a:ext cx="2540000" cy="228600"/>
          </a:xfrm>
          <a:prstGeom prst="roundRect">
            <a:avLst>
              <a:gd name="adj" fmla="val 16667"/>
            </a:avLst>
          </a:prstGeom>
          <a:solidFill>
            <a:srgbClr val="E9A23B"/>
          </a:solidFill>
        </p:spPr>
        <p:txBody>
          <a:bodyPr/>
          <a:lstStyle/>
          <a:p>
            <a:endParaRPr/>
          </a:p>
        </p:txBody>
      </p:sp>
      <p:sp>
        <p:nvSpPr>
          <p:cNvPr id="18" name="Text 16">
            <a:extLst>
              <a:ext uri="{FF2B5EF4-FFF2-40B4-BE49-F238E27FC236}">
                <a16:creationId xmlns:a16="http://schemas.microsoft.com/office/drawing/2014/main" id="{D09E0A05-98D6-4FAC-BE48-F7F569D51EF8}"/>
              </a:ext>
            </a:extLst>
          </p:cNvPr>
          <p:cNvSpPr>
            <a:spLocks noGrp="1"/>
          </p:cNvSpPr>
          <p:nvPr/>
        </p:nvSpPr>
        <p:spPr>
          <a:xfrm>
            <a:off x="812800" y="4064000"/>
            <a:ext cx="10883392" cy="279400"/>
          </a:xfrm>
          <a:prstGeom prst="rect">
            <a:avLst/>
          </a:prstGeom>
          <a:noFill/>
        </p:spPr>
        <p:txBody>
          <a:bodyPr wrap="square" lIns="0" tIns="0" rIns="0" bIns="0" anchor="t">
            <a:normAutofit/>
          </a:bodyPr>
          <a:lstStyle/>
          <a:p>
            <a:pPr marL="0" indent="0" algn="l">
              <a:lnSpc>
                <a:spcPts val="2025"/>
              </a:lnSpc>
              <a:buNone/>
            </a:pPr>
            <a:r>
              <a:rPr sz="1500">
                <a:solidFill>
                  <a:srgbClr val="F5F3EC"/>
                </a:solidFill>
                <a:latin typeface="Arial"/>
                <a:ea typeface="Arial"/>
                <a:cs typeface="Arial"/>
              </a:rPr>
              <a:t>· El escenario comparativo del 10 % capturó 19,18 % de retrasos; el sistema propuesto puntuaría todos los vuelos.</a:t>
            </a:r>
            <a:endParaRPr sz="1500"/>
          </a:p>
        </p:txBody>
      </p:sp>
      <p:sp>
        <p:nvSpPr>
          <p:cNvPr id="19" name="Text 17">
            <a:extLst>
              <a:ext uri="{FF2B5EF4-FFF2-40B4-BE49-F238E27FC236}">
                <a16:creationId xmlns:a16="http://schemas.microsoft.com/office/drawing/2014/main" id="{B23B059A-8F90-4C70-9163-F12A614D38DA}"/>
              </a:ext>
            </a:extLst>
          </p:cNvPr>
          <p:cNvSpPr>
            <a:spLocks noGrp="1"/>
          </p:cNvSpPr>
          <p:nvPr/>
        </p:nvSpPr>
        <p:spPr>
          <a:xfrm>
            <a:off x="812800" y="4406900"/>
            <a:ext cx="10883392" cy="279400"/>
          </a:xfrm>
          <a:prstGeom prst="rect">
            <a:avLst/>
          </a:prstGeom>
          <a:noFill/>
        </p:spPr>
        <p:txBody>
          <a:bodyPr wrap="square" lIns="0" tIns="0" rIns="0" bIns="0" anchor="t">
            <a:normAutofit/>
          </a:bodyPr>
          <a:lstStyle/>
          <a:p>
            <a:pPr marL="0" indent="0" algn="l">
              <a:lnSpc>
                <a:spcPts val="2025"/>
              </a:lnSpc>
              <a:buNone/>
            </a:pPr>
            <a:r>
              <a:rPr sz="1500">
                <a:solidFill>
                  <a:srgbClr val="F5F3EC"/>
                </a:solidFill>
                <a:latin typeface="Arial"/>
                <a:ea typeface="Arial"/>
                <a:cs typeface="Arial"/>
              </a:rPr>
              <a:t>· 2022 ya se consultó durante el desarrollo: no es una prueba final independiente.</a:t>
            </a:r>
            <a:endParaRPr sz="1500"/>
          </a:p>
        </p:txBody>
      </p:sp>
      <p:sp>
        <p:nvSpPr>
          <p:cNvPr id="20" name="Text 18">
            <a:extLst>
              <a:ext uri="{FF2B5EF4-FFF2-40B4-BE49-F238E27FC236}">
                <a16:creationId xmlns:a16="http://schemas.microsoft.com/office/drawing/2014/main" id="{99CBE856-3AE3-4397-ABC9-7D3637E90FFE}"/>
              </a:ext>
            </a:extLst>
          </p:cNvPr>
          <p:cNvSpPr>
            <a:spLocks noGrp="1"/>
          </p:cNvSpPr>
          <p:nvPr/>
        </p:nvSpPr>
        <p:spPr>
          <a:xfrm>
            <a:off x="812800" y="4749800"/>
            <a:ext cx="10883392" cy="279400"/>
          </a:xfrm>
          <a:prstGeom prst="rect">
            <a:avLst/>
          </a:prstGeom>
          <a:noFill/>
        </p:spPr>
        <p:txBody>
          <a:bodyPr wrap="square" lIns="0" tIns="0" rIns="0" bIns="0" anchor="t">
            <a:normAutofit/>
          </a:bodyPr>
          <a:lstStyle/>
          <a:p>
            <a:pPr marL="0" indent="0" algn="l">
              <a:lnSpc>
                <a:spcPts val="2025"/>
              </a:lnSpc>
              <a:buNone/>
            </a:pPr>
            <a:r>
              <a:rPr sz="1500">
                <a:solidFill>
                  <a:srgbClr val="F5F3EC"/>
                </a:solidFill>
                <a:latin typeface="Arial"/>
                <a:ea typeface="Arial"/>
                <a:cs typeface="Arial"/>
              </a:rPr>
              <a:t>· No demostramos que actuar sobre una alerta evite el retraso ni que genere ahorro.</a:t>
            </a:r>
            <a:endParaRPr sz="1500"/>
          </a:p>
        </p:txBody>
      </p:sp>
      <p:sp>
        <p:nvSpPr>
          <p:cNvPr id="21" name="Text 19">
            <a:extLst>
              <a:ext uri="{FF2B5EF4-FFF2-40B4-BE49-F238E27FC236}">
                <a16:creationId xmlns:a16="http://schemas.microsoft.com/office/drawing/2014/main" id="{3C6AF454-7F03-41AE-AFB7-8AE210AA52C1}"/>
              </a:ext>
            </a:extLst>
          </p:cNvPr>
          <p:cNvSpPr>
            <a:spLocks noGrp="1"/>
          </p:cNvSpPr>
          <p:nvPr/>
        </p:nvSpPr>
        <p:spPr>
          <a:xfrm>
            <a:off x="812800" y="6242050"/>
            <a:ext cx="9810750" cy="234950"/>
          </a:xfrm>
          <a:prstGeom prst="rect">
            <a:avLst/>
          </a:prstGeom>
          <a:noFill/>
        </p:spPr>
        <p:txBody>
          <a:bodyPr wrap="square" lIns="0" tIns="0" rIns="0" bIns="0" anchor="t">
            <a:normAutofit/>
          </a:bodyPr>
          <a:lstStyle/>
          <a:p>
            <a:pPr marL="0" indent="0" algn="l">
              <a:lnSpc>
                <a:spcPts val="1680"/>
              </a:lnSpc>
              <a:buNone/>
            </a:pPr>
            <a:r>
              <a:rPr sz="1200">
                <a:solidFill>
                  <a:srgbClr val="B8C4D2"/>
                </a:solidFill>
                <a:latin typeface="Arial"/>
                <a:ea typeface="Arial"/>
                <a:cs typeface="Arial"/>
              </a:rPr>
              <a:t>Datos de EE. UU.; propuesta para Colombia · evaluación adicional enero–julio 2022</a:t>
            </a:r>
            <a:endParaRPr sz="1200"/>
          </a:p>
        </p:txBody>
      </p:sp>
      <p:sp>
        <p:nvSpPr>
          <p:cNvPr id="22" name="Text 20">
            <a:extLst>
              <a:ext uri="{FF2B5EF4-FFF2-40B4-BE49-F238E27FC236}">
                <a16:creationId xmlns:a16="http://schemas.microsoft.com/office/drawing/2014/main" id="{51534752-81C7-4320-A176-C1BF9E473534}"/>
              </a:ext>
            </a:extLst>
          </p:cNvPr>
          <p:cNvSpPr>
            <a:spLocks noGrp="1"/>
          </p:cNvSpPr>
          <p:nvPr/>
        </p:nvSpPr>
        <p:spPr>
          <a:xfrm>
            <a:off x="10693400" y="6242050"/>
            <a:ext cx="685800" cy="234950"/>
          </a:xfrm>
          <a:prstGeom prst="rect">
            <a:avLst/>
          </a:prstGeom>
          <a:noFill/>
        </p:spPr>
        <p:txBody>
          <a:bodyPr wrap="square" lIns="0" tIns="0" rIns="0" bIns="0" anchor="t">
            <a:normAutofit/>
          </a:bodyPr>
          <a:lstStyle/>
          <a:p>
            <a:pPr marL="0" indent="0" algn="r">
              <a:lnSpc>
                <a:spcPts val="1680"/>
              </a:lnSpc>
              <a:buNone/>
            </a:pPr>
            <a:r>
              <a:rPr sz="1200">
                <a:solidFill>
                  <a:srgbClr val="B8C4D2"/>
                </a:solidFill>
                <a:latin typeface="Arial"/>
                <a:ea typeface="Arial"/>
                <a:cs typeface="Arial"/>
              </a:rPr>
              <a:t>9</a:t>
            </a:r>
            <a:endParaRPr sz="1200"/>
          </a:p>
        </p:txBody>
      </p:sp>
    </p:spTree>
    <p:extLst>
      <p:ext uri="{BB962C8B-B14F-4D97-AF65-F5344CB8AC3E}">
        <p14:creationId xmlns:p14="http://schemas.microsoft.com/office/powerpoint/2010/main" val="1545577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8" name="dask-section">
            <a:extLst>
              <a:ext uri="{FF2B5EF4-FFF2-40B4-BE49-F238E27FC236}">
                <a16:creationId xmlns:a16="http://schemas.microsoft.com/office/drawing/2014/main" id="{8B4012F9-583A-42FC-B7BC-24A0322A9D97}"/>
              </a:ext>
            </a:extLst>
          </p:cNvPr>
          <p:cNvSpPr>
            <a:spLocks noGrp="1"/>
          </p:cNvSpPr>
          <p:nvPr/>
        </p:nvSpPr>
        <p:spPr>
          <a:xfrm>
            <a:off x="812768" y="812768"/>
            <a:ext cx="10883360" cy="285750"/>
          </a:xfrm>
          <a:prstGeom prst="rect">
            <a:avLst/>
          </a:prstGeom>
          <a:noFill/>
          <a:ln w="0">
            <a:noFill/>
            <a:prstDash val="solid"/>
          </a:ln>
        </p:spPr>
        <p:txBody>
          <a:bodyPr wrap="square" lIns="0" tIns="0" rIns="0" bIns="0">
            <a:normAutofit/>
          </a:bodyPr>
          <a:lstStyle>
            <a:defPPr>
              <a:defRPr sz="1400" b="1">
                <a:solidFill>
                  <a:srgbClr val="176B7B"/>
                </a:solidFill>
                <a:latin typeface="Arial"/>
                <a:ea typeface="Arial"/>
                <a:cs typeface="Arial"/>
              </a:defRPr>
            </a:defPPr>
            <a:lvl1pPr>
              <a:defRPr sz="1400" b="1">
                <a:solidFill>
                  <a:srgbClr val="176B7B"/>
                </a:solidFill>
                <a:latin typeface="Arial"/>
                <a:ea typeface="Arial"/>
                <a:cs typeface="Arial"/>
              </a:defRPr>
            </a:lvl1pPr>
            <a:lvl2pPr>
              <a:defRPr sz="1400" b="1">
                <a:solidFill>
                  <a:srgbClr val="176B7B"/>
                </a:solidFill>
                <a:latin typeface="Arial"/>
                <a:ea typeface="Arial"/>
                <a:cs typeface="Arial"/>
              </a:defRPr>
            </a:lvl2pPr>
            <a:lvl3pPr>
              <a:defRPr sz="1400" b="1">
                <a:solidFill>
                  <a:srgbClr val="176B7B"/>
                </a:solidFill>
                <a:latin typeface="Arial"/>
                <a:ea typeface="Arial"/>
                <a:cs typeface="Arial"/>
              </a:defRPr>
            </a:lvl3pPr>
            <a:lvl4pPr>
              <a:defRPr sz="1400" b="1">
                <a:solidFill>
                  <a:srgbClr val="176B7B"/>
                </a:solidFill>
                <a:latin typeface="Arial"/>
                <a:ea typeface="Arial"/>
                <a:cs typeface="Arial"/>
              </a:defRPr>
            </a:lvl4pPr>
            <a:lvl5pPr>
              <a:defRPr sz="1400" b="1">
                <a:solidFill>
                  <a:srgbClr val="176B7B"/>
                </a:solidFill>
                <a:latin typeface="Arial"/>
                <a:ea typeface="Arial"/>
                <a:cs typeface="Arial"/>
              </a:defRPr>
            </a:lvl5pPr>
            <a:lvl6pPr>
              <a:defRPr sz="1400" b="1">
                <a:solidFill>
                  <a:srgbClr val="176B7B"/>
                </a:solidFill>
                <a:latin typeface="Arial"/>
                <a:ea typeface="Arial"/>
                <a:cs typeface="Arial"/>
              </a:defRPr>
            </a:lvl6pPr>
            <a:lvl7pPr>
              <a:defRPr sz="1400" b="1">
                <a:solidFill>
                  <a:srgbClr val="176B7B"/>
                </a:solidFill>
                <a:latin typeface="Arial"/>
                <a:ea typeface="Arial"/>
                <a:cs typeface="Arial"/>
              </a:defRPr>
            </a:lvl7pPr>
            <a:lvl8pPr>
              <a:defRPr sz="1400" b="1">
                <a:solidFill>
                  <a:srgbClr val="176B7B"/>
                </a:solidFill>
                <a:latin typeface="Arial"/>
                <a:ea typeface="Arial"/>
                <a:cs typeface="Arial"/>
              </a:defRPr>
            </a:lvl8pPr>
            <a:lvl9pPr>
              <a:defRPr sz="1400" b="1">
                <a:solidFill>
                  <a:srgbClr val="176B7B"/>
                </a:solidFill>
                <a:latin typeface="Arial"/>
                <a:ea typeface="Arial"/>
                <a:cs typeface="Arial"/>
              </a:defRPr>
            </a:lvl9pPr>
          </a:lstStyle>
          <a:p>
            <a:pPr>
              <a:defRPr sz="1400" b="1">
                <a:solidFill>
                  <a:srgbClr val="176B7B"/>
                </a:solidFill>
                <a:latin typeface="Arial"/>
                <a:ea typeface="Arial"/>
                <a:cs typeface="Arial"/>
              </a:defRPr>
            </a:pPr>
            <a:r>
              <a:rPr sz="1400" b="1">
                <a:solidFill>
                  <a:srgbClr val="176B7B"/>
                </a:solidFill>
                <a:latin typeface="Arial"/>
                <a:ea typeface="Arial"/>
                <a:cs typeface="Arial"/>
              </a:rPr>
              <a:t>7 · PROCESAMIENTO DISTRIBUIDO CON DASK</a:t>
            </a:r>
          </a:p>
        </p:txBody>
      </p:sp>
      <p:sp>
        <p:nvSpPr>
          <p:cNvPr id="2" name="dask-title">
            <a:extLst>
              <a:ext uri="{FF2B5EF4-FFF2-40B4-BE49-F238E27FC236}">
                <a16:creationId xmlns:a16="http://schemas.microsoft.com/office/drawing/2014/main" id="{EAE9C9C8-8353-40EB-86F0-179200228EF6}"/>
              </a:ext>
            </a:extLst>
          </p:cNvPr>
          <p:cNvSpPr>
            <a:spLocks noGrp="1"/>
          </p:cNvSpPr>
          <p:nvPr/>
        </p:nvSpPr>
        <p:spPr>
          <a:xfrm>
            <a:off x="812768" y="1304735"/>
            <a:ext cx="10883360" cy="476250"/>
          </a:xfrm>
          <a:prstGeom prst="rect">
            <a:avLst/>
          </a:prstGeom>
          <a:noFill/>
          <a:ln w="0">
            <a:noFill/>
            <a:prstDash val="solid"/>
          </a:ln>
        </p:spPr>
        <p:txBody>
          <a:bodyPr wrap="square" lIns="0" tIns="0" rIns="0" bIns="0">
            <a:normAutofit/>
          </a:bodyPr>
          <a:lstStyle>
            <a:defPPr>
              <a:defRPr sz="2906" b="1">
                <a:solidFill>
                  <a:srgbClr val="16222F"/>
                </a:solidFill>
                <a:latin typeface="Arial"/>
                <a:ea typeface="Arial"/>
                <a:cs typeface="Arial"/>
              </a:defRPr>
            </a:defPPr>
            <a:lvl1pPr>
              <a:defRPr sz="2906" b="1">
                <a:solidFill>
                  <a:srgbClr val="16222F"/>
                </a:solidFill>
                <a:latin typeface="Arial"/>
                <a:ea typeface="Arial"/>
                <a:cs typeface="Arial"/>
              </a:defRPr>
            </a:lvl1pPr>
            <a:lvl2pPr>
              <a:defRPr sz="2906" b="1">
                <a:solidFill>
                  <a:srgbClr val="16222F"/>
                </a:solidFill>
                <a:latin typeface="Arial"/>
                <a:ea typeface="Arial"/>
                <a:cs typeface="Arial"/>
              </a:defRPr>
            </a:lvl2pPr>
            <a:lvl3pPr>
              <a:defRPr sz="2906" b="1">
                <a:solidFill>
                  <a:srgbClr val="16222F"/>
                </a:solidFill>
                <a:latin typeface="Arial"/>
                <a:ea typeface="Arial"/>
                <a:cs typeface="Arial"/>
              </a:defRPr>
            </a:lvl3pPr>
            <a:lvl4pPr>
              <a:defRPr sz="2906" b="1">
                <a:solidFill>
                  <a:srgbClr val="16222F"/>
                </a:solidFill>
                <a:latin typeface="Arial"/>
                <a:ea typeface="Arial"/>
                <a:cs typeface="Arial"/>
              </a:defRPr>
            </a:lvl4pPr>
            <a:lvl5pPr>
              <a:defRPr sz="2906" b="1">
                <a:solidFill>
                  <a:srgbClr val="16222F"/>
                </a:solidFill>
                <a:latin typeface="Arial"/>
                <a:ea typeface="Arial"/>
                <a:cs typeface="Arial"/>
              </a:defRPr>
            </a:lvl5pPr>
            <a:lvl6pPr>
              <a:defRPr sz="2906" b="1">
                <a:solidFill>
                  <a:srgbClr val="16222F"/>
                </a:solidFill>
                <a:latin typeface="Arial"/>
                <a:ea typeface="Arial"/>
                <a:cs typeface="Arial"/>
              </a:defRPr>
            </a:lvl6pPr>
            <a:lvl7pPr>
              <a:defRPr sz="2906" b="1">
                <a:solidFill>
                  <a:srgbClr val="16222F"/>
                </a:solidFill>
                <a:latin typeface="Arial"/>
                <a:ea typeface="Arial"/>
                <a:cs typeface="Arial"/>
              </a:defRPr>
            </a:lvl7pPr>
            <a:lvl8pPr>
              <a:defRPr sz="2906" b="1">
                <a:solidFill>
                  <a:srgbClr val="16222F"/>
                </a:solidFill>
                <a:latin typeface="Arial"/>
                <a:ea typeface="Arial"/>
                <a:cs typeface="Arial"/>
              </a:defRPr>
            </a:lvl8pPr>
            <a:lvl9pPr>
              <a:defRPr sz="2906" b="1">
                <a:solidFill>
                  <a:srgbClr val="16222F"/>
                </a:solidFill>
                <a:latin typeface="Arial"/>
                <a:ea typeface="Arial"/>
                <a:cs typeface="Arial"/>
              </a:defRPr>
            </a:lvl9pPr>
          </a:lstStyle>
          <a:p>
            <a:pPr>
              <a:defRPr sz="2906" b="1">
                <a:solidFill>
                  <a:srgbClr val="16222F"/>
                </a:solidFill>
                <a:latin typeface="Arial"/>
                <a:ea typeface="Arial"/>
                <a:cs typeface="Arial"/>
              </a:defRPr>
            </a:pPr>
            <a:r>
              <a:rPr sz="2906" b="1">
                <a:solidFill>
                  <a:srgbClr val="16222F"/>
                </a:solidFill>
                <a:latin typeface="Arial"/>
                <a:ea typeface="Arial"/>
                <a:cs typeface="Arial"/>
              </a:rPr>
              <a:t>Configuraciones de procesamiento</a:t>
            </a:r>
          </a:p>
        </p:txBody>
      </p:sp>
      <p:sp>
        <p:nvSpPr>
          <p:cNvPr id="3" name="dask-intro">
            <a:extLst>
              <a:ext uri="{FF2B5EF4-FFF2-40B4-BE49-F238E27FC236}">
                <a16:creationId xmlns:a16="http://schemas.microsoft.com/office/drawing/2014/main" id="{AB1B4CAC-F7F3-4761-81E3-876CFD16DAD4}"/>
              </a:ext>
            </a:extLst>
          </p:cNvPr>
          <p:cNvSpPr>
            <a:spLocks noGrp="1"/>
          </p:cNvSpPr>
          <p:nvPr/>
        </p:nvSpPr>
        <p:spPr>
          <a:xfrm>
            <a:off x="812768" y="1924050"/>
            <a:ext cx="10572750" cy="342900"/>
          </a:xfrm>
          <a:prstGeom prst="rect">
            <a:avLst/>
          </a:prstGeom>
          <a:noFill/>
          <a:ln w="0">
            <a:noFill/>
            <a:prstDash val="solid"/>
          </a:ln>
        </p:spPr>
        <p:txBody>
          <a:bodyPr wrap="square" lIns="0" tIns="0" rIns="0" bIns="0">
            <a:normAutofit/>
          </a:bodyPr>
          <a:lstStyle>
            <a:defPPr>
              <a:defRPr sz="1650">
                <a:solidFill>
                  <a:srgbClr val="16222F"/>
                </a:solidFill>
                <a:latin typeface="Arial"/>
                <a:ea typeface="Arial"/>
                <a:cs typeface="Arial"/>
              </a:defRPr>
            </a:defPPr>
            <a:lvl1pPr>
              <a:defRPr sz="1650">
                <a:solidFill>
                  <a:srgbClr val="16222F"/>
                </a:solidFill>
                <a:latin typeface="Arial"/>
                <a:ea typeface="Arial"/>
                <a:cs typeface="Arial"/>
              </a:defRPr>
            </a:lvl1pPr>
            <a:lvl2pPr>
              <a:defRPr sz="1650">
                <a:solidFill>
                  <a:srgbClr val="16222F"/>
                </a:solidFill>
                <a:latin typeface="Arial"/>
                <a:ea typeface="Arial"/>
                <a:cs typeface="Arial"/>
              </a:defRPr>
            </a:lvl2pPr>
            <a:lvl3pPr>
              <a:defRPr sz="1650">
                <a:solidFill>
                  <a:srgbClr val="16222F"/>
                </a:solidFill>
                <a:latin typeface="Arial"/>
                <a:ea typeface="Arial"/>
                <a:cs typeface="Arial"/>
              </a:defRPr>
            </a:lvl3pPr>
            <a:lvl4pPr>
              <a:defRPr sz="1650">
                <a:solidFill>
                  <a:srgbClr val="16222F"/>
                </a:solidFill>
                <a:latin typeface="Arial"/>
                <a:ea typeface="Arial"/>
                <a:cs typeface="Arial"/>
              </a:defRPr>
            </a:lvl4pPr>
            <a:lvl5pPr>
              <a:defRPr sz="1650">
                <a:solidFill>
                  <a:srgbClr val="16222F"/>
                </a:solidFill>
                <a:latin typeface="Arial"/>
                <a:ea typeface="Arial"/>
                <a:cs typeface="Arial"/>
              </a:defRPr>
            </a:lvl5pPr>
            <a:lvl6pPr>
              <a:defRPr sz="1650">
                <a:solidFill>
                  <a:srgbClr val="16222F"/>
                </a:solidFill>
                <a:latin typeface="Arial"/>
                <a:ea typeface="Arial"/>
                <a:cs typeface="Arial"/>
              </a:defRPr>
            </a:lvl6pPr>
            <a:lvl7pPr>
              <a:defRPr sz="1650">
                <a:solidFill>
                  <a:srgbClr val="16222F"/>
                </a:solidFill>
                <a:latin typeface="Arial"/>
                <a:ea typeface="Arial"/>
                <a:cs typeface="Arial"/>
              </a:defRPr>
            </a:lvl7pPr>
            <a:lvl8pPr>
              <a:defRPr sz="1650">
                <a:solidFill>
                  <a:srgbClr val="16222F"/>
                </a:solidFill>
                <a:latin typeface="Arial"/>
                <a:ea typeface="Arial"/>
                <a:cs typeface="Arial"/>
              </a:defRPr>
            </a:lvl8pPr>
            <a:lvl9pPr>
              <a:defRPr sz="1650">
                <a:solidFill>
                  <a:srgbClr val="16222F"/>
                </a:solidFill>
                <a:latin typeface="Arial"/>
                <a:ea typeface="Arial"/>
                <a:cs typeface="Arial"/>
              </a:defRPr>
            </a:lvl9pPr>
          </a:lstStyle>
          <a:p>
            <a:pPr>
              <a:defRPr sz="1650">
                <a:solidFill>
                  <a:srgbClr val="16222F"/>
                </a:solidFill>
                <a:latin typeface="Arial"/>
                <a:ea typeface="Arial"/>
                <a:cs typeface="Arial"/>
              </a:defRPr>
            </a:pPr>
            <a:r>
              <a:rPr sz="1650">
                <a:solidFill>
                  <a:srgbClr val="16222F"/>
                </a:solidFill>
                <a:latin typeface="Arial"/>
                <a:ea typeface="Arial"/>
                <a:cs typeface="Arial"/>
              </a:rPr>
              <a:t>Comparamos la misma agregación sobre la base preparada sin 2020.</a:t>
            </a:r>
          </a:p>
        </p:txBody>
      </p:sp>
      <p:graphicFrame>
        <p:nvGraphicFramePr>
          <p:cNvPr id="4" name="Tabla 3">
            <a:extLst>
              <a:ext uri="{FF2B5EF4-FFF2-40B4-BE49-F238E27FC236}">
                <a16:creationId xmlns:a16="http://schemas.microsoft.com/office/drawing/2014/main" id="{8FDE5309-0E5F-4468-BD46-EAB40C23D835}"/>
              </a:ext>
            </a:extLst>
          </p:cNvPr>
          <p:cNvGraphicFramePr/>
          <p:nvPr>
            <p:extLst>
              <p:ext uri="{D42A27DB-BD31-4B8C-83A1-F6EECF244321}">
                <p14:modId xmlns:p14="http://schemas.microsoft.com/office/powerpoint/2010/main" val="71818410"/>
              </p:ext>
            </p:extLst>
          </p:nvPr>
        </p:nvGraphicFramePr>
        <p:xfrm>
          <a:off x="812768" y="2619375"/>
          <a:ext cx="9715500" cy="1952625"/>
        </p:xfrm>
        <a:graphic>
          <a:graphicData uri="http://schemas.openxmlformats.org/drawingml/2006/table">
            <a:tbl>
              <a:tblPr firstRow="1" bandRow="1"/>
              <a:tblGrid>
                <a:gridCol w="123825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1714500">
                  <a:extLst>
                    <a:ext uri="{9D8B030D-6E8A-4147-A177-3AD203B41FA5}">
                      <a16:colId xmlns:a16="http://schemas.microsoft.com/office/drawing/2014/main" val="20004"/>
                    </a:ext>
                  </a:extLst>
                </a:gridCol>
                <a:gridCol w="1524000">
                  <a:extLst>
                    <a:ext uri="{9D8B030D-6E8A-4147-A177-3AD203B41FA5}">
                      <a16:colId xmlns:a16="http://schemas.microsoft.com/office/drawing/2014/main" val="20005"/>
                    </a:ext>
                  </a:extLst>
                </a:gridCol>
              </a:tblGrid>
              <a:tr h="714375">
                <a:tc>
                  <a:txBody>
                    <a:bodyPr/>
                    <a:lstStyle/>
                    <a:p>
                      <a:r>
                        <a:rPr sz="1350" b="1" dirty="0">
                          <a:solidFill>
                            <a:srgbClr val="FFFFFF"/>
                          </a:solidFill>
                        </a:rPr>
                        <a:t>Config.</a:t>
                      </a:r>
                    </a:p>
                  </a:txBody>
                  <a:tcPr anchor="ctr">
                    <a:lnL w="9525">
                      <a:solidFill>
                        <a:srgbClr val="D9D9D9"/>
                      </a:solidFill>
                      <a:prstDash val="solid"/>
                    </a:lnL>
                    <a:lnR w="9525">
                      <a:solidFill>
                        <a:srgbClr val="D9D9D9"/>
                      </a:solidFill>
                      <a:prstDash val="solid"/>
                    </a:lnR>
                    <a:lnT w="9525">
                      <a:solidFill>
                        <a:srgbClr val="D9D9D9"/>
                      </a:solidFill>
                      <a:prstDash val="solid"/>
                    </a:lnT>
                    <a:lnB w="9525">
                      <a:solidFill>
                        <a:srgbClr val="D9D9D9"/>
                      </a:solidFill>
                      <a:prstDash val="solid"/>
                    </a:lnB>
                    <a:solidFill>
                      <a:srgbClr val="176B7B"/>
                    </a:solidFill>
                  </a:tcPr>
                </a:tc>
                <a:tc>
                  <a:txBody>
                    <a:bodyPr/>
                    <a:lstStyle/>
                    <a:p>
                      <a:r>
                        <a:rPr sz="1350" b="1">
                          <a:solidFill>
                            <a:srgbClr val="FFFFFF"/>
                          </a:solidFill>
                        </a:rPr>
                        <a:t>Procesos worker</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a:solidFill>
                        <a:srgbClr val="D9D9D9"/>
                      </a:solidFill>
                      <a:prstDash val="solid"/>
                    </a:lnT>
                    <a:lnB w="9525">
                      <a:solidFill>
                        <a:srgbClr val="D9D9D9"/>
                      </a:solidFill>
                      <a:prstDash val="solid"/>
                    </a:lnB>
                    <a:solidFill>
                      <a:srgbClr val="176B7B"/>
                    </a:solidFill>
                  </a:tcPr>
                </a:tc>
                <a:tc>
                  <a:txBody>
                    <a:bodyPr/>
                    <a:lstStyle/>
                    <a:p>
                      <a:r>
                        <a:rPr sz="1350" b="1">
                          <a:solidFill>
                            <a:srgbClr val="FFFFFF"/>
                          </a:solidFill>
                        </a:rPr>
                        <a:t>Hilos por proceso</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a:solidFill>
                        <a:srgbClr val="D9D9D9"/>
                      </a:solidFill>
                      <a:prstDash val="solid"/>
                    </a:lnT>
                    <a:lnB w="9525">
                      <a:solidFill>
                        <a:srgbClr val="D9D9D9"/>
                      </a:solidFill>
                      <a:prstDash val="solid"/>
                    </a:lnB>
                    <a:solidFill>
                      <a:srgbClr val="176B7B"/>
                    </a:solidFill>
                  </a:tcPr>
                </a:tc>
                <a:tc>
                  <a:txBody>
                    <a:bodyPr/>
                    <a:lstStyle/>
                    <a:p>
                      <a:r>
                        <a:rPr sz="1350" b="1">
                          <a:solidFill>
                            <a:srgbClr val="FFFFFF"/>
                          </a:solidFill>
                        </a:rPr>
                        <a:t>Memoria por worker</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a:solidFill>
                        <a:srgbClr val="D9D9D9"/>
                      </a:solidFill>
                      <a:prstDash val="solid"/>
                    </a:lnT>
                    <a:lnB w="9525">
                      <a:solidFill>
                        <a:srgbClr val="D9D9D9"/>
                      </a:solidFill>
                      <a:prstDash val="solid"/>
                    </a:lnB>
                    <a:solidFill>
                      <a:srgbClr val="176B7B"/>
                    </a:solidFill>
                  </a:tcPr>
                </a:tc>
                <a:tc>
                  <a:txBody>
                    <a:bodyPr/>
                    <a:lstStyle/>
                    <a:p>
                      <a:r>
                        <a:rPr sz="1350" b="1">
                          <a:solidFill>
                            <a:srgbClr val="FFFFFF"/>
                          </a:solidFill>
                        </a:rPr>
                        <a:t>Memoria total</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a:solidFill>
                        <a:srgbClr val="D9D9D9"/>
                      </a:solidFill>
                      <a:prstDash val="solid"/>
                    </a:lnT>
                    <a:lnB w="9525">
                      <a:solidFill>
                        <a:srgbClr val="D9D9D9"/>
                      </a:solidFill>
                      <a:prstDash val="solid"/>
                    </a:lnB>
                    <a:solidFill>
                      <a:srgbClr val="176B7B"/>
                    </a:solidFill>
                  </a:tcPr>
                </a:tc>
                <a:tc>
                  <a:txBody>
                    <a:bodyPr/>
                    <a:lstStyle/>
                    <a:p>
                      <a:r>
                        <a:rPr sz="1350" b="1" dirty="0">
                          <a:solidFill>
                            <a:srgbClr val="FFFFFF"/>
                          </a:solidFill>
                        </a:rPr>
                        <a:t>Mediana</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a:solidFill>
                        <a:srgbClr val="D9D9D9"/>
                      </a:solidFill>
                      <a:prstDash val="solid"/>
                    </a:lnT>
                    <a:lnB w="9525">
                      <a:solidFill>
                        <a:srgbClr val="D9D9D9"/>
                      </a:solidFill>
                      <a:prstDash val="solid"/>
                    </a:lnB>
                    <a:solidFill>
                      <a:srgbClr val="176B7B"/>
                    </a:solidFill>
                  </a:tcPr>
                </a:tc>
                <a:extLst>
                  <a:ext uri="{0D108BD9-81ED-4DB2-BD59-A6C34878D82A}">
                    <a16:rowId xmlns:a16="http://schemas.microsoft.com/office/drawing/2014/main" val="10000"/>
                  </a:ext>
                </a:extLst>
              </a:tr>
              <a:tr h="619125">
                <a:tc>
                  <a:txBody>
                    <a:bodyPr/>
                    <a:lstStyle/>
                    <a:p>
                      <a:r>
                        <a:rPr sz="1350"/>
                        <a:t>A</a:t>
                      </a:r>
                    </a:p>
                  </a:txBody>
                  <a:tcPr anchor="ctr">
                    <a:lnL w="9525">
                      <a:solidFill>
                        <a:srgbClr val="D9D9D9"/>
                      </a:solidFill>
                      <a:prstDash val="solid"/>
                    </a:lnL>
                    <a:lnR w="9525">
                      <a:solidFill>
                        <a:srgbClr val="D9D9D9"/>
                      </a:solidFill>
                      <a:prstDash val="solid"/>
                    </a:lnR>
                    <a:lnT w="9525" cap="flat" cmpd="sng" algn="ctr">
                      <a:solidFill>
                        <a:srgbClr val="D9D9D9"/>
                      </a:solidFill>
                      <a:prstDash val="solid"/>
                      <a:round/>
                      <a:headEnd type="none" w="med" len="med"/>
                      <a:tailEnd type="none" w="med" len="med"/>
                    </a:lnT>
                    <a:lnB w="9525">
                      <a:solidFill>
                        <a:srgbClr val="D9D9D9"/>
                      </a:solidFill>
                      <a:prstDash val="solid"/>
                    </a:lnB>
                  </a:tcPr>
                </a:tc>
                <a:tc>
                  <a:txBody>
                    <a:bodyPr/>
                    <a:lstStyle/>
                    <a:p>
                      <a:r>
                        <a:rPr sz="1350"/>
                        <a:t>1</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cap="flat" cmpd="sng" algn="ctr">
                      <a:solidFill>
                        <a:srgbClr val="D9D9D9"/>
                      </a:solidFill>
                      <a:prstDash val="solid"/>
                      <a:round/>
                      <a:headEnd type="none" w="med" len="med"/>
                      <a:tailEnd type="none" w="med" len="med"/>
                    </a:lnT>
                    <a:lnB w="9525">
                      <a:solidFill>
                        <a:srgbClr val="D9D9D9"/>
                      </a:solidFill>
                      <a:prstDash val="solid"/>
                    </a:lnB>
                  </a:tcPr>
                </a:tc>
                <a:tc>
                  <a:txBody>
                    <a:bodyPr/>
                    <a:lstStyle/>
                    <a:p>
                      <a:r>
                        <a:rPr sz="1350"/>
                        <a:t>1</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cap="flat" cmpd="sng" algn="ctr">
                      <a:solidFill>
                        <a:srgbClr val="D9D9D9"/>
                      </a:solidFill>
                      <a:prstDash val="solid"/>
                      <a:round/>
                      <a:headEnd type="none" w="med" len="med"/>
                      <a:tailEnd type="none" w="med" len="med"/>
                    </a:lnT>
                    <a:lnB w="9525">
                      <a:solidFill>
                        <a:srgbClr val="D9D9D9"/>
                      </a:solidFill>
                      <a:prstDash val="solid"/>
                    </a:lnB>
                  </a:tcPr>
                </a:tc>
                <a:tc>
                  <a:txBody>
                    <a:bodyPr/>
                    <a:lstStyle/>
                    <a:p>
                      <a:r>
                        <a:rPr sz="1350"/>
                        <a:t>1 GiB</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cap="flat" cmpd="sng" algn="ctr">
                      <a:solidFill>
                        <a:srgbClr val="D9D9D9"/>
                      </a:solidFill>
                      <a:prstDash val="solid"/>
                      <a:round/>
                      <a:headEnd type="none" w="med" len="med"/>
                      <a:tailEnd type="none" w="med" len="med"/>
                    </a:lnT>
                    <a:lnB w="9525">
                      <a:solidFill>
                        <a:srgbClr val="D9D9D9"/>
                      </a:solidFill>
                      <a:prstDash val="solid"/>
                    </a:lnB>
                  </a:tcPr>
                </a:tc>
                <a:tc>
                  <a:txBody>
                    <a:bodyPr/>
                    <a:lstStyle/>
                    <a:p>
                      <a:r>
                        <a:rPr sz="1350"/>
                        <a:t>1 GiB</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cap="flat" cmpd="sng" algn="ctr">
                      <a:solidFill>
                        <a:srgbClr val="D9D9D9"/>
                      </a:solidFill>
                      <a:prstDash val="solid"/>
                      <a:round/>
                      <a:headEnd type="none" w="med" len="med"/>
                      <a:tailEnd type="none" w="med" len="med"/>
                    </a:lnT>
                    <a:lnB w="9525">
                      <a:solidFill>
                        <a:srgbClr val="D9D9D9"/>
                      </a:solidFill>
                      <a:prstDash val="solid"/>
                    </a:lnB>
                  </a:tcPr>
                </a:tc>
                <a:tc>
                  <a:txBody>
                    <a:bodyPr/>
                    <a:lstStyle/>
                    <a:p>
                      <a:r>
                        <a:rPr sz="1350"/>
                        <a:t>21,656 s</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cap="flat" cmpd="sng" algn="ctr">
                      <a:solidFill>
                        <a:srgbClr val="D9D9D9"/>
                      </a:solidFill>
                      <a:prstDash val="solid"/>
                      <a:round/>
                      <a:headEnd type="none" w="med" len="med"/>
                      <a:tailEnd type="none" w="med" len="med"/>
                    </a:lnT>
                    <a:lnB w="9525">
                      <a:solidFill>
                        <a:srgbClr val="D9D9D9"/>
                      </a:solidFill>
                      <a:prstDash val="solid"/>
                    </a:lnB>
                  </a:tcPr>
                </a:tc>
                <a:extLst>
                  <a:ext uri="{0D108BD9-81ED-4DB2-BD59-A6C34878D82A}">
                    <a16:rowId xmlns:a16="http://schemas.microsoft.com/office/drawing/2014/main" val="10001"/>
                  </a:ext>
                </a:extLst>
              </a:tr>
              <a:tr h="619125">
                <a:tc>
                  <a:txBody>
                    <a:bodyPr/>
                    <a:lstStyle/>
                    <a:p>
                      <a:r>
                        <a:rPr sz="1350"/>
                        <a:t>B</a:t>
                      </a:r>
                    </a:p>
                  </a:txBody>
                  <a:tcPr anchor="ctr">
                    <a:lnL w="9525">
                      <a:solidFill>
                        <a:srgbClr val="D9D9D9"/>
                      </a:solidFill>
                      <a:prstDash val="solid"/>
                    </a:lnL>
                    <a:lnR w="9525">
                      <a:solidFill>
                        <a:srgbClr val="D9D9D9"/>
                      </a:solidFill>
                      <a:prstDash val="solid"/>
                    </a:lnR>
                    <a:lnT w="9525" cap="flat" cmpd="sng" algn="ctr">
                      <a:solidFill>
                        <a:srgbClr val="D9D9D9"/>
                      </a:solidFill>
                      <a:prstDash val="solid"/>
                      <a:round/>
                      <a:headEnd type="none" w="med" len="med"/>
                      <a:tailEnd type="none" w="med" len="med"/>
                    </a:lnT>
                    <a:lnB w="9525">
                      <a:solidFill>
                        <a:srgbClr val="D9D9D9"/>
                      </a:solidFill>
                      <a:prstDash val="solid"/>
                    </a:lnB>
                  </a:tcPr>
                </a:tc>
                <a:tc>
                  <a:txBody>
                    <a:bodyPr/>
                    <a:lstStyle/>
                    <a:p>
                      <a:r>
                        <a:rPr sz="1350"/>
                        <a:t>2</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cap="flat" cmpd="sng" algn="ctr">
                      <a:solidFill>
                        <a:srgbClr val="D9D9D9"/>
                      </a:solidFill>
                      <a:prstDash val="solid"/>
                      <a:round/>
                      <a:headEnd type="none" w="med" len="med"/>
                      <a:tailEnd type="none" w="med" len="med"/>
                    </a:lnT>
                    <a:lnB w="9525">
                      <a:solidFill>
                        <a:srgbClr val="D9D9D9"/>
                      </a:solidFill>
                      <a:prstDash val="solid"/>
                    </a:lnB>
                  </a:tcPr>
                </a:tc>
                <a:tc>
                  <a:txBody>
                    <a:bodyPr/>
                    <a:lstStyle/>
                    <a:p>
                      <a:r>
                        <a:rPr sz="1350"/>
                        <a:t>1</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cap="flat" cmpd="sng" algn="ctr">
                      <a:solidFill>
                        <a:srgbClr val="D9D9D9"/>
                      </a:solidFill>
                      <a:prstDash val="solid"/>
                      <a:round/>
                      <a:headEnd type="none" w="med" len="med"/>
                      <a:tailEnd type="none" w="med" len="med"/>
                    </a:lnT>
                    <a:lnB w="9525">
                      <a:solidFill>
                        <a:srgbClr val="D9D9D9"/>
                      </a:solidFill>
                      <a:prstDash val="solid"/>
                    </a:lnB>
                  </a:tcPr>
                </a:tc>
                <a:tc>
                  <a:txBody>
                    <a:bodyPr/>
                    <a:lstStyle/>
                    <a:p>
                      <a:r>
                        <a:rPr sz="1350"/>
                        <a:t>512 MiB</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cap="flat" cmpd="sng" algn="ctr">
                      <a:solidFill>
                        <a:srgbClr val="D9D9D9"/>
                      </a:solidFill>
                      <a:prstDash val="solid"/>
                      <a:round/>
                      <a:headEnd type="none" w="med" len="med"/>
                      <a:tailEnd type="none" w="med" len="med"/>
                    </a:lnT>
                    <a:lnB w="9525">
                      <a:solidFill>
                        <a:srgbClr val="D9D9D9"/>
                      </a:solidFill>
                      <a:prstDash val="solid"/>
                    </a:lnB>
                  </a:tcPr>
                </a:tc>
                <a:tc>
                  <a:txBody>
                    <a:bodyPr/>
                    <a:lstStyle/>
                    <a:p>
                      <a:r>
                        <a:rPr sz="1350"/>
                        <a:t>1 GiB</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cap="flat" cmpd="sng" algn="ctr">
                      <a:solidFill>
                        <a:srgbClr val="D9D9D9"/>
                      </a:solidFill>
                      <a:prstDash val="solid"/>
                      <a:round/>
                      <a:headEnd type="none" w="med" len="med"/>
                      <a:tailEnd type="none" w="med" len="med"/>
                    </a:lnT>
                    <a:lnB w="9525">
                      <a:solidFill>
                        <a:srgbClr val="D9D9D9"/>
                      </a:solidFill>
                      <a:prstDash val="solid"/>
                    </a:lnB>
                  </a:tcPr>
                </a:tc>
                <a:tc>
                  <a:txBody>
                    <a:bodyPr/>
                    <a:lstStyle/>
                    <a:p>
                      <a:r>
                        <a:rPr sz="1350" dirty="0"/>
                        <a:t>10,568 s</a:t>
                      </a:r>
                    </a:p>
                  </a:txBody>
                  <a:tcPr anchor="ctr">
                    <a:lnL w="9525" cap="flat" cmpd="sng" algn="ctr">
                      <a:solidFill>
                        <a:srgbClr val="D9D9D9"/>
                      </a:solidFill>
                      <a:prstDash val="solid"/>
                      <a:round/>
                      <a:headEnd type="none" w="med" len="med"/>
                      <a:tailEnd type="none" w="med" len="med"/>
                    </a:lnL>
                    <a:lnR w="9525">
                      <a:solidFill>
                        <a:srgbClr val="D9D9D9"/>
                      </a:solidFill>
                      <a:prstDash val="solid"/>
                    </a:lnR>
                    <a:lnT w="9525" cap="flat" cmpd="sng" algn="ctr">
                      <a:solidFill>
                        <a:srgbClr val="D9D9D9"/>
                      </a:solidFill>
                      <a:prstDash val="solid"/>
                      <a:round/>
                      <a:headEnd type="none" w="med" len="med"/>
                      <a:tailEnd type="none" w="med" len="med"/>
                    </a:lnT>
                    <a:lnB w="9525">
                      <a:solidFill>
                        <a:srgbClr val="D9D9D9"/>
                      </a:solidFill>
                      <a:prstDash val="solid"/>
                    </a:lnB>
                  </a:tcPr>
                </a:tc>
                <a:extLst>
                  <a:ext uri="{0D108BD9-81ED-4DB2-BD59-A6C34878D82A}">
                    <a16:rowId xmlns:a16="http://schemas.microsoft.com/office/drawing/2014/main" val="10002"/>
                  </a:ext>
                </a:extLst>
              </a:tr>
            </a:tbl>
          </a:graphicData>
        </a:graphic>
      </p:graphicFrame>
      <p:sp>
        <p:nvSpPr>
          <p:cNvPr id="5" name="dask-process-config">
            <a:extLst>
              <a:ext uri="{FF2B5EF4-FFF2-40B4-BE49-F238E27FC236}">
                <a16:creationId xmlns:a16="http://schemas.microsoft.com/office/drawing/2014/main" id="{1B320346-B6FA-4C7E-B194-5B3197B748E8}"/>
              </a:ext>
            </a:extLst>
          </p:cNvPr>
          <p:cNvSpPr>
            <a:spLocks noGrp="1"/>
          </p:cNvSpPr>
          <p:nvPr/>
        </p:nvSpPr>
        <p:spPr>
          <a:xfrm>
            <a:off x="812768" y="4857750"/>
            <a:ext cx="10572750" cy="552450"/>
          </a:xfrm>
          <a:prstGeom prst="rect">
            <a:avLst/>
          </a:prstGeom>
          <a:noFill/>
          <a:ln w="0">
            <a:noFill/>
            <a:prstDash val="solid"/>
          </a:ln>
        </p:spPr>
        <p:txBody>
          <a:bodyPr wrap="square" lIns="0" tIns="0" rIns="0" bIns="0">
            <a:normAutofit/>
          </a:bodyPr>
          <a:lstStyle>
            <a:defPPr>
              <a:defRPr sz="1500">
                <a:solidFill>
                  <a:srgbClr val="16222F"/>
                </a:solidFill>
                <a:latin typeface="Arial"/>
                <a:ea typeface="Arial"/>
                <a:cs typeface="Arial"/>
              </a:defRPr>
            </a:defPPr>
            <a:lvl1pPr>
              <a:defRPr sz="1500">
                <a:solidFill>
                  <a:srgbClr val="16222F"/>
                </a:solidFill>
                <a:latin typeface="Arial"/>
                <a:ea typeface="Arial"/>
                <a:cs typeface="Arial"/>
              </a:defRPr>
            </a:lvl1pPr>
            <a:lvl2pPr>
              <a:defRPr sz="1500">
                <a:solidFill>
                  <a:srgbClr val="16222F"/>
                </a:solidFill>
                <a:latin typeface="Arial"/>
                <a:ea typeface="Arial"/>
                <a:cs typeface="Arial"/>
              </a:defRPr>
            </a:lvl2pPr>
            <a:lvl3pPr>
              <a:defRPr sz="1500">
                <a:solidFill>
                  <a:srgbClr val="16222F"/>
                </a:solidFill>
                <a:latin typeface="Arial"/>
                <a:ea typeface="Arial"/>
                <a:cs typeface="Arial"/>
              </a:defRPr>
            </a:lvl3pPr>
            <a:lvl4pPr>
              <a:defRPr sz="1500">
                <a:solidFill>
                  <a:srgbClr val="16222F"/>
                </a:solidFill>
                <a:latin typeface="Arial"/>
                <a:ea typeface="Arial"/>
                <a:cs typeface="Arial"/>
              </a:defRPr>
            </a:lvl4pPr>
            <a:lvl5pPr>
              <a:defRPr sz="1500">
                <a:solidFill>
                  <a:srgbClr val="16222F"/>
                </a:solidFill>
                <a:latin typeface="Arial"/>
                <a:ea typeface="Arial"/>
                <a:cs typeface="Arial"/>
              </a:defRPr>
            </a:lvl5pPr>
            <a:lvl6pPr>
              <a:defRPr sz="1500">
                <a:solidFill>
                  <a:srgbClr val="16222F"/>
                </a:solidFill>
                <a:latin typeface="Arial"/>
                <a:ea typeface="Arial"/>
                <a:cs typeface="Arial"/>
              </a:defRPr>
            </a:lvl6pPr>
            <a:lvl7pPr>
              <a:defRPr sz="1500">
                <a:solidFill>
                  <a:srgbClr val="16222F"/>
                </a:solidFill>
                <a:latin typeface="Arial"/>
                <a:ea typeface="Arial"/>
                <a:cs typeface="Arial"/>
              </a:defRPr>
            </a:lvl7pPr>
            <a:lvl8pPr>
              <a:defRPr sz="1500">
                <a:solidFill>
                  <a:srgbClr val="16222F"/>
                </a:solidFill>
                <a:latin typeface="Arial"/>
                <a:ea typeface="Arial"/>
                <a:cs typeface="Arial"/>
              </a:defRPr>
            </a:lvl8pPr>
            <a:lvl9pPr>
              <a:defRPr sz="1500">
                <a:solidFill>
                  <a:srgbClr val="16222F"/>
                </a:solidFill>
                <a:latin typeface="Arial"/>
                <a:ea typeface="Arial"/>
                <a:cs typeface="Arial"/>
              </a:defRPr>
            </a:lvl9pPr>
          </a:lstStyle>
          <a:p>
            <a:pPr>
              <a:defRPr sz="1500">
                <a:solidFill>
                  <a:srgbClr val="16222F"/>
                </a:solidFill>
                <a:latin typeface="Arial"/>
                <a:ea typeface="Arial"/>
                <a:cs typeface="Arial"/>
              </a:defRPr>
            </a:pPr>
            <a:r>
              <a:rPr sz="1500">
                <a:solidFill>
                  <a:srgbClr val="16222F"/>
                </a:solidFill>
                <a:latin typeface="Arial"/>
                <a:ea typeface="Arial"/>
                <a:cs typeface="Arial"/>
              </a:rPr>
              <a:t>Cada worker se ejecutó como proceso independiente (processes=True), con un hilo por proceso (threads_per_worker=1).</a:t>
            </a:r>
          </a:p>
        </p:txBody>
      </p:sp>
      <p:sp>
        <p:nvSpPr>
          <p:cNvPr id="6" name="dask-repeats">
            <a:extLst>
              <a:ext uri="{FF2B5EF4-FFF2-40B4-BE49-F238E27FC236}">
                <a16:creationId xmlns:a16="http://schemas.microsoft.com/office/drawing/2014/main" id="{A86F55E2-1773-4D46-A552-1D86AC2A5CC7}"/>
              </a:ext>
            </a:extLst>
          </p:cNvPr>
          <p:cNvSpPr>
            <a:spLocks noGrp="1"/>
          </p:cNvSpPr>
          <p:nvPr/>
        </p:nvSpPr>
        <p:spPr>
          <a:xfrm>
            <a:off x="812768" y="5467350"/>
            <a:ext cx="10572750" cy="476250"/>
          </a:xfrm>
          <a:prstGeom prst="rect">
            <a:avLst/>
          </a:prstGeom>
          <a:noFill/>
          <a:ln w="0">
            <a:noFill/>
            <a:prstDash val="solid"/>
          </a:ln>
        </p:spPr>
        <p:txBody>
          <a:bodyPr wrap="square" lIns="0" tIns="0" rIns="0" bIns="0">
            <a:normAutofit/>
          </a:bodyPr>
          <a:lstStyle>
            <a:defPPr>
              <a:defRPr sz="1425">
                <a:solidFill>
                  <a:srgbClr val="16222F"/>
                </a:solidFill>
                <a:latin typeface="Arial"/>
                <a:ea typeface="Arial"/>
                <a:cs typeface="Arial"/>
              </a:defRPr>
            </a:defPPr>
            <a:lvl1pPr>
              <a:defRPr sz="1425">
                <a:solidFill>
                  <a:srgbClr val="16222F"/>
                </a:solidFill>
                <a:latin typeface="Arial"/>
                <a:ea typeface="Arial"/>
                <a:cs typeface="Arial"/>
              </a:defRPr>
            </a:lvl1pPr>
            <a:lvl2pPr>
              <a:defRPr sz="1425">
                <a:solidFill>
                  <a:srgbClr val="16222F"/>
                </a:solidFill>
                <a:latin typeface="Arial"/>
                <a:ea typeface="Arial"/>
                <a:cs typeface="Arial"/>
              </a:defRPr>
            </a:lvl2pPr>
            <a:lvl3pPr>
              <a:defRPr sz="1425">
                <a:solidFill>
                  <a:srgbClr val="16222F"/>
                </a:solidFill>
                <a:latin typeface="Arial"/>
                <a:ea typeface="Arial"/>
                <a:cs typeface="Arial"/>
              </a:defRPr>
            </a:lvl3pPr>
            <a:lvl4pPr>
              <a:defRPr sz="1425">
                <a:solidFill>
                  <a:srgbClr val="16222F"/>
                </a:solidFill>
                <a:latin typeface="Arial"/>
                <a:ea typeface="Arial"/>
                <a:cs typeface="Arial"/>
              </a:defRPr>
            </a:lvl4pPr>
            <a:lvl5pPr>
              <a:defRPr sz="1425">
                <a:solidFill>
                  <a:srgbClr val="16222F"/>
                </a:solidFill>
                <a:latin typeface="Arial"/>
                <a:ea typeface="Arial"/>
                <a:cs typeface="Arial"/>
              </a:defRPr>
            </a:lvl5pPr>
            <a:lvl6pPr>
              <a:defRPr sz="1425">
                <a:solidFill>
                  <a:srgbClr val="16222F"/>
                </a:solidFill>
                <a:latin typeface="Arial"/>
                <a:ea typeface="Arial"/>
                <a:cs typeface="Arial"/>
              </a:defRPr>
            </a:lvl6pPr>
            <a:lvl7pPr>
              <a:defRPr sz="1425">
                <a:solidFill>
                  <a:srgbClr val="16222F"/>
                </a:solidFill>
                <a:latin typeface="Arial"/>
                <a:ea typeface="Arial"/>
                <a:cs typeface="Arial"/>
              </a:defRPr>
            </a:lvl7pPr>
            <a:lvl8pPr>
              <a:defRPr sz="1425">
                <a:solidFill>
                  <a:srgbClr val="16222F"/>
                </a:solidFill>
                <a:latin typeface="Arial"/>
                <a:ea typeface="Arial"/>
                <a:cs typeface="Arial"/>
              </a:defRPr>
            </a:lvl8pPr>
            <a:lvl9pPr>
              <a:defRPr sz="1425">
                <a:solidFill>
                  <a:srgbClr val="16222F"/>
                </a:solidFill>
                <a:latin typeface="Arial"/>
                <a:ea typeface="Arial"/>
                <a:cs typeface="Arial"/>
              </a:defRPr>
            </a:lvl9pPr>
          </a:lstStyle>
          <a:p>
            <a:pPr>
              <a:defRPr sz="1425">
                <a:solidFill>
                  <a:srgbClr val="16222F"/>
                </a:solidFill>
                <a:latin typeface="Arial"/>
                <a:ea typeface="Arial"/>
                <a:cs typeface="Arial"/>
              </a:defRPr>
            </a:pPr>
            <a:r>
              <a:rPr sz="1425">
                <a:solidFill>
                  <a:srgbClr val="16222F"/>
                </a:solidFill>
                <a:latin typeface="Arial"/>
                <a:ea typeface="Arial"/>
                <a:cs typeface="Arial"/>
              </a:rPr>
              <a:t>Hicimos tres ejecuciones por configuración. Las seis procesaron 23.634.669 vuelos y generaron los mismos 81.136 grupos.</a:t>
            </a:r>
          </a:p>
        </p:txBody>
      </p:sp>
      <p:sp>
        <p:nvSpPr>
          <p:cNvPr id="7" name="dask-caveat">
            <a:extLst>
              <a:ext uri="{FF2B5EF4-FFF2-40B4-BE49-F238E27FC236}">
                <a16:creationId xmlns:a16="http://schemas.microsoft.com/office/drawing/2014/main" id="{02C44813-A303-40F5-91E3-055A461A4A7A}"/>
              </a:ext>
            </a:extLst>
          </p:cNvPr>
          <p:cNvSpPr>
            <a:spLocks noGrp="1"/>
          </p:cNvSpPr>
          <p:nvPr/>
        </p:nvSpPr>
        <p:spPr>
          <a:xfrm>
            <a:off x="812768" y="6048375"/>
            <a:ext cx="10572750" cy="342900"/>
          </a:xfrm>
          <a:prstGeom prst="rect">
            <a:avLst/>
          </a:prstGeom>
          <a:noFill/>
          <a:ln w="0">
            <a:noFill/>
            <a:prstDash val="solid"/>
          </a:ln>
        </p:spPr>
        <p:txBody>
          <a:bodyPr wrap="square" lIns="0" tIns="0" rIns="0" bIns="0">
            <a:normAutofit/>
          </a:bodyPr>
          <a:lstStyle>
            <a:defPPr>
              <a:defRPr sz="1275">
                <a:solidFill>
                  <a:srgbClr val="4C5967"/>
                </a:solidFill>
                <a:latin typeface="Arial"/>
                <a:ea typeface="Arial"/>
                <a:cs typeface="Arial"/>
              </a:defRPr>
            </a:defPPr>
            <a:lvl1pPr>
              <a:defRPr sz="1275">
                <a:solidFill>
                  <a:srgbClr val="4C5967"/>
                </a:solidFill>
                <a:latin typeface="Arial"/>
                <a:ea typeface="Arial"/>
                <a:cs typeface="Arial"/>
              </a:defRPr>
            </a:lvl1pPr>
            <a:lvl2pPr>
              <a:defRPr sz="1275">
                <a:solidFill>
                  <a:srgbClr val="4C5967"/>
                </a:solidFill>
                <a:latin typeface="Arial"/>
                <a:ea typeface="Arial"/>
                <a:cs typeface="Arial"/>
              </a:defRPr>
            </a:lvl2pPr>
            <a:lvl3pPr>
              <a:defRPr sz="1275">
                <a:solidFill>
                  <a:srgbClr val="4C5967"/>
                </a:solidFill>
                <a:latin typeface="Arial"/>
                <a:ea typeface="Arial"/>
                <a:cs typeface="Arial"/>
              </a:defRPr>
            </a:lvl3pPr>
            <a:lvl4pPr>
              <a:defRPr sz="1275">
                <a:solidFill>
                  <a:srgbClr val="4C5967"/>
                </a:solidFill>
                <a:latin typeface="Arial"/>
                <a:ea typeface="Arial"/>
                <a:cs typeface="Arial"/>
              </a:defRPr>
            </a:lvl4pPr>
            <a:lvl5pPr>
              <a:defRPr sz="1275">
                <a:solidFill>
                  <a:srgbClr val="4C5967"/>
                </a:solidFill>
                <a:latin typeface="Arial"/>
                <a:ea typeface="Arial"/>
                <a:cs typeface="Arial"/>
              </a:defRPr>
            </a:lvl5pPr>
            <a:lvl6pPr>
              <a:defRPr sz="1275">
                <a:solidFill>
                  <a:srgbClr val="4C5967"/>
                </a:solidFill>
                <a:latin typeface="Arial"/>
                <a:ea typeface="Arial"/>
                <a:cs typeface="Arial"/>
              </a:defRPr>
            </a:lvl6pPr>
            <a:lvl7pPr>
              <a:defRPr sz="1275">
                <a:solidFill>
                  <a:srgbClr val="4C5967"/>
                </a:solidFill>
                <a:latin typeface="Arial"/>
                <a:ea typeface="Arial"/>
                <a:cs typeface="Arial"/>
              </a:defRPr>
            </a:lvl7pPr>
            <a:lvl8pPr>
              <a:defRPr sz="1275">
                <a:solidFill>
                  <a:srgbClr val="4C5967"/>
                </a:solidFill>
                <a:latin typeface="Arial"/>
                <a:ea typeface="Arial"/>
                <a:cs typeface="Arial"/>
              </a:defRPr>
            </a:lvl8pPr>
            <a:lvl9pPr>
              <a:defRPr sz="1275">
                <a:solidFill>
                  <a:srgbClr val="4C5967"/>
                </a:solidFill>
                <a:latin typeface="Arial"/>
                <a:ea typeface="Arial"/>
                <a:cs typeface="Arial"/>
              </a:defRPr>
            </a:lvl9pPr>
          </a:lstStyle>
          <a:p>
            <a:pPr>
              <a:defRPr sz="1275">
                <a:solidFill>
                  <a:srgbClr val="4C5967"/>
                </a:solidFill>
                <a:latin typeface="Arial"/>
                <a:ea typeface="Arial"/>
                <a:cs typeface="Arial"/>
              </a:defRPr>
            </a:pPr>
            <a:r>
              <a:rPr sz="1275">
                <a:solidFill>
                  <a:srgbClr val="4C5967"/>
                </a:solidFill>
                <a:latin typeface="Arial"/>
                <a:ea typeface="Arial"/>
                <a:cs typeface="Arial"/>
              </a:rPr>
              <a:t>La memoria es el límite asignado, no el consumo máximo medido. Esta comparación corresponde a una tarea en un equipo.</a:t>
            </a:r>
          </a:p>
        </p:txBody>
      </p:sp>
    </p:spTree>
    <p:extLst>
      <p:ext uri="{BB962C8B-B14F-4D97-AF65-F5344CB8AC3E}">
        <p14:creationId xmlns:p14="http://schemas.microsoft.com/office/powerpoint/2010/main" val="1395333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C20296F-6D69-4ABB-9B62-C81D712C5CF7}"/>
              </a:ext>
            </a:extLst>
          </p:cNvPr>
          <p:cNvSpPr>
            <a:spLocks noGrp="1"/>
          </p:cNvSpPr>
          <p:nvPr/>
        </p:nvSpPr>
        <p:spPr>
          <a:xfrm>
            <a:off x="812800" y="812800"/>
            <a:ext cx="10883392" cy="273050"/>
          </a:xfrm>
          <a:prstGeom prst="rect">
            <a:avLst/>
          </a:prstGeom>
          <a:noFill/>
        </p:spPr>
        <p:txBody>
          <a:bodyPr wrap="square" lIns="0" tIns="0" rIns="0" bIns="0" anchor="t">
            <a:normAutofit/>
          </a:bodyPr>
          <a:lstStyle/>
          <a:p>
            <a:pPr marL="0" indent="0" algn="l">
              <a:lnSpc>
                <a:spcPts val="1960"/>
              </a:lnSpc>
              <a:buNone/>
            </a:pPr>
            <a:r>
              <a:rPr sz="1400" b="1" spc="100">
                <a:solidFill>
                  <a:srgbClr val="176B7B"/>
                </a:solidFill>
                <a:latin typeface="Arial"/>
                <a:ea typeface="Arial"/>
                <a:cs typeface="Arial"/>
              </a:rPr>
              <a:t>8 · QUE FUNCIONE SIN NOSOTROS</a:t>
            </a:r>
            <a:endParaRPr sz="1400"/>
          </a:p>
        </p:txBody>
      </p:sp>
      <p:sp>
        <p:nvSpPr>
          <p:cNvPr id="3" name="Text 1">
            <a:extLst>
              <a:ext uri="{FF2B5EF4-FFF2-40B4-BE49-F238E27FC236}">
                <a16:creationId xmlns:a16="http://schemas.microsoft.com/office/drawing/2014/main" id="{00B708A7-9E44-4187-BF87-9735A018DA05}"/>
              </a:ext>
            </a:extLst>
          </p:cNvPr>
          <p:cNvSpPr>
            <a:spLocks noGrp="1"/>
          </p:cNvSpPr>
          <p:nvPr>
            <p:ph type="title"/>
          </p:nvPr>
        </p:nvSpPr>
        <p:spPr>
          <a:xfrm>
            <a:off x="812800" y="1314450"/>
            <a:ext cx="10883392" cy="444500"/>
          </a:xfrm>
          <a:prstGeom prst="rect">
            <a:avLst/>
          </a:prstGeom>
          <a:noFill/>
        </p:spPr>
        <p:txBody>
          <a:bodyPr wrap="square" lIns="0" tIns="0" rIns="0" bIns="0" anchor="t">
            <a:normAutofit/>
          </a:bodyPr>
          <a:lstStyle/>
          <a:p>
            <a:pPr marL="0" indent="0" algn="l">
              <a:lnSpc>
                <a:spcPts val="3300"/>
              </a:lnSpc>
              <a:buNone/>
            </a:pPr>
            <a:r>
              <a:rPr sz="3000" b="1" i="0">
                <a:solidFill>
                  <a:srgbClr val="16222F"/>
                </a:solidFill>
                <a:latin typeface="Arial"/>
                <a:ea typeface="Arial"/>
                <a:cs typeface="Arial"/>
              </a:rPr>
              <a:t>Flujo Prefect para repetir la analítica mensual</a:t>
            </a:r>
            <a:endParaRPr sz="3000"/>
          </a:p>
        </p:txBody>
      </p:sp>
      <p:sp>
        <p:nvSpPr>
          <p:cNvPr id="4" name="Shape 2">
            <a:extLst>
              <a:ext uri="{FF2B5EF4-FFF2-40B4-BE49-F238E27FC236}">
                <a16:creationId xmlns:a16="http://schemas.microsoft.com/office/drawing/2014/main" id="{1930C0A1-6964-4AC4-B879-D198F8CF409F}"/>
              </a:ext>
            </a:extLst>
          </p:cNvPr>
          <p:cNvSpPr>
            <a:spLocks noGrp="1"/>
          </p:cNvSpPr>
          <p:nvPr/>
        </p:nvSpPr>
        <p:spPr>
          <a:xfrm>
            <a:off x="815975" y="1990725"/>
            <a:ext cx="4921250" cy="596900"/>
          </a:xfrm>
          <a:prstGeom prst="roundRect">
            <a:avLst>
              <a:gd name="adj" fmla="val 16489"/>
            </a:avLst>
          </a:prstGeom>
          <a:solidFill>
            <a:srgbClr val="FBFAF6"/>
          </a:solidFill>
          <a:ln w="6350">
            <a:solidFill>
              <a:srgbClr val="DAD6C8"/>
            </a:solidFill>
            <a:prstDash val="solid"/>
          </a:ln>
        </p:spPr>
        <p:txBody>
          <a:bodyPr/>
          <a:lstStyle/>
          <a:p>
            <a:endParaRPr/>
          </a:p>
        </p:txBody>
      </p:sp>
      <p:sp>
        <p:nvSpPr>
          <p:cNvPr id="5" name="Text 3">
            <a:extLst>
              <a:ext uri="{FF2B5EF4-FFF2-40B4-BE49-F238E27FC236}">
                <a16:creationId xmlns:a16="http://schemas.microsoft.com/office/drawing/2014/main" id="{AF6AC00E-0CE2-403F-834C-8CB04D81E152}"/>
              </a:ext>
            </a:extLst>
          </p:cNvPr>
          <p:cNvSpPr>
            <a:spLocks noGrp="1"/>
          </p:cNvSpPr>
          <p:nvPr/>
        </p:nvSpPr>
        <p:spPr>
          <a:xfrm>
            <a:off x="971550" y="2095500"/>
            <a:ext cx="355600" cy="412750"/>
          </a:xfrm>
          <a:prstGeom prst="rect">
            <a:avLst/>
          </a:prstGeom>
          <a:noFill/>
        </p:spPr>
        <p:txBody>
          <a:bodyPr wrap="square" lIns="0" tIns="0" rIns="0" bIns="0" anchor="t">
            <a:normAutofit/>
          </a:bodyPr>
          <a:lstStyle/>
          <a:p>
            <a:pPr marL="0" indent="0" algn="l">
              <a:lnSpc>
                <a:spcPts val="3080"/>
              </a:lnSpc>
              <a:buNone/>
            </a:pPr>
            <a:r>
              <a:rPr sz="2200" b="1">
                <a:solidFill>
                  <a:srgbClr val="176B7B"/>
                </a:solidFill>
                <a:latin typeface="Arial"/>
                <a:ea typeface="Arial"/>
                <a:cs typeface="Arial"/>
              </a:rPr>
              <a:t>1</a:t>
            </a:r>
            <a:endParaRPr sz="2200"/>
          </a:p>
        </p:txBody>
      </p:sp>
      <p:sp>
        <p:nvSpPr>
          <p:cNvPr id="6" name="Text 4">
            <a:extLst>
              <a:ext uri="{FF2B5EF4-FFF2-40B4-BE49-F238E27FC236}">
                <a16:creationId xmlns:a16="http://schemas.microsoft.com/office/drawing/2014/main" id="{BB734D7E-AAEE-4D0F-86A8-6948D4613C76}"/>
              </a:ext>
            </a:extLst>
          </p:cNvPr>
          <p:cNvSpPr>
            <a:spLocks noGrp="1"/>
          </p:cNvSpPr>
          <p:nvPr/>
        </p:nvSpPr>
        <p:spPr>
          <a:xfrm>
            <a:off x="1403350" y="2178050"/>
            <a:ext cx="4330700" cy="247650"/>
          </a:xfrm>
          <a:prstGeom prst="rect">
            <a:avLst/>
          </a:prstGeom>
          <a:noFill/>
        </p:spPr>
        <p:txBody>
          <a:bodyPr wrap="square" lIns="0" tIns="0" rIns="0" bIns="0" anchor="t">
            <a:normAutofit/>
          </a:bodyPr>
          <a:lstStyle/>
          <a:p>
            <a:pPr marL="0" indent="0" algn="l">
              <a:lnSpc>
                <a:spcPts val="1750"/>
              </a:lnSpc>
              <a:buNone/>
            </a:pPr>
            <a:r>
              <a:rPr sz="1400" b="1">
                <a:solidFill>
                  <a:srgbClr val="16222F"/>
                </a:solidFill>
                <a:latin typeface="Arial"/>
                <a:ea typeface="Arial"/>
                <a:cs typeface="Arial"/>
              </a:rPr>
              <a:t>Validar la entrada:</a:t>
            </a:r>
            <a:r>
              <a:rPr sz="1400">
                <a:solidFill>
                  <a:srgbClr val="16222F"/>
                </a:solidFill>
                <a:latin typeface="Arial"/>
                <a:ea typeface="Arial"/>
                <a:cs typeface="Arial"/>
              </a:rPr>
              <a:t> archivo, modelo y columnas</a:t>
            </a:r>
            <a:endParaRPr sz="1400"/>
          </a:p>
        </p:txBody>
      </p:sp>
      <p:sp>
        <p:nvSpPr>
          <p:cNvPr id="7" name="Shape 5">
            <a:extLst>
              <a:ext uri="{FF2B5EF4-FFF2-40B4-BE49-F238E27FC236}">
                <a16:creationId xmlns:a16="http://schemas.microsoft.com/office/drawing/2014/main" id="{EF9ABF0B-0E87-4CA0-8C81-8808BF8F4F18}"/>
              </a:ext>
            </a:extLst>
          </p:cNvPr>
          <p:cNvSpPr>
            <a:spLocks noGrp="1"/>
          </p:cNvSpPr>
          <p:nvPr/>
        </p:nvSpPr>
        <p:spPr>
          <a:xfrm>
            <a:off x="815975" y="2695575"/>
            <a:ext cx="4921250" cy="596900"/>
          </a:xfrm>
          <a:prstGeom prst="roundRect">
            <a:avLst>
              <a:gd name="adj" fmla="val 16489"/>
            </a:avLst>
          </a:prstGeom>
          <a:solidFill>
            <a:srgbClr val="FBFAF6"/>
          </a:solidFill>
          <a:ln w="6350">
            <a:solidFill>
              <a:srgbClr val="DAD6C8"/>
            </a:solidFill>
            <a:prstDash val="solid"/>
          </a:ln>
        </p:spPr>
        <p:txBody>
          <a:bodyPr/>
          <a:lstStyle/>
          <a:p>
            <a:endParaRPr/>
          </a:p>
        </p:txBody>
      </p:sp>
      <p:sp>
        <p:nvSpPr>
          <p:cNvPr id="8" name="Text 6">
            <a:extLst>
              <a:ext uri="{FF2B5EF4-FFF2-40B4-BE49-F238E27FC236}">
                <a16:creationId xmlns:a16="http://schemas.microsoft.com/office/drawing/2014/main" id="{94271F99-E830-4490-BF18-22CFB595A7DE}"/>
              </a:ext>
            </a:extLst>
          </p:cNvPr>
          <p:cNvSpPr>
            <a:spLocks noGrp="1"/>
          </p:cNvSpPr>
          <p:nvPr/>
        </p:nvSpPr>
        <p:spPr>
          <a:xfrm>
            <a:off x="971550" y="2800350"/>
            <a:ext cx="355600" cy="412750"/>
          </a:xfrm>
          <a:prstGeom prst="rect">
            <a:avLst/>
          </a:prstGeom>
          <a:noFill/>
        </p:spPr>
        <p:txBody>
          <a:bodyPr wrap="square" lIns="0" tIns="0" rIns="0" bIns="0" anchor="t">
            <a:normAutofit/>
          </a:bodyPr>
          <a:lstStyle/>
          <a:p>
            <a:pPr marL="0" indent="0" algn="l">
              <a:lnSpc>
                <a:spcPts val="3080"/>
              </a:lnSpc>
              <a:buNone/>
            </a:pPr>
            <a:r>
              <a:rPr sz="2200" b="1">
                <a:solidFill>
                  <a:srgbClr val="176B7B"/>
                </a:solidFill>
                <a:latin typeface="Arial"/>
                <a:ea typeface="Arial"/>
                <a:cs typeface="Arial"/>
              </a:rPr>
              <a:t>2</a:t>
            </a:r>
            <a:endParaRPr sz="2200"/>
          </a:p>
        </p:txBody>
      </p:sp>
      <p:sp>
        <p:nvSpPr>
          <p:cNvPr id="9" name="Text 7">
            <a:extLst>
              <a:ext uri="{FF2B5EF4-FFF2-40B4-BE49-F238E27FC236}">
                <a16:creationId xmlns:a16="http://schemas.microsoft.com/office/drawing/2014/main" id="{1552C952-28BF-4CFF-8C36-2005D5D332EA}"/>
              </a:ext>
            </a:extLst>
          </p:cNvPr>
          <p:cNvSpPr>
            <a:spLocks noGrp="1"/>
          </p:cNvSpPr>
          <p:nvPr/>
        </p:nvSpPr>
        <p:spPr>
          <a:xfrm>
            <a:off x="1403350" y="2882900"/>
            <a:ext cx="4330700" cy="247650"/>
          </a:xfrm>
          <a:prstGeom prst="rect">
            <a:avLst/>
          </a:prstGeom>
          <a:noFill/>
        </p:spPr>
        <p:txBody>
          <a:bodyPr wrap="square" lIns="0" tIns="0" rIns="0" bIns="0" anchor="t">
            <a:normAutofit/>
          </a:bodyPr>
          <a:lstStyle/>
          <a:p>
            <a:pPr marL="0" indent="0" algn="l">
              <a:lnSpc>
                <a:spcPts val="1750"/>
              </a:lnSpc>
              <a:buNone/>
            </a:pPr>
            <a:r>
              <a:rPr sz="1400" b="1">
                <a:solidFill>
                  <a:srgbClr val="16222F"/>
                </a:solidFill>
                <a:latin typeface="Arial"/>
                <a:ea typeface="Arial"/>
                <a:cs typeface="Arial"/>
              </a:rPr>
              <a:t>Predecir y agregar</a:t>
            </a:r>
            <a:r>
              <a:rPr sz="1400">
                <a:solidFill>
                  <a:srgbClr val="16222F"/>
                </a:solidFill>
                <a:latin typeface="Arial"/>
                <a:ea typeface="Arial"/>
                <a:cs typeface="Arial"/>
              </a:rPr>
              <a:t> por bloques de 32.768 vuelos</a:t>
            </a:r>
            <a:endParaRPr sz="1400"/>
          </a:p>
        </p:txBody>
      </p:sp>
      <p:sp>
        <p:nvSpPr>
          <p:cNvPr id="10" name="Shape 8">
            <a:extLst>
              <a:ext uri="{FF2B5EF4-FFF2-40B4-BE49-F238E27FC236}">
                <a16:creationId xmlns:a16="http://schemas.microsoft.com/office/drawing/2014/main" id="{98F79A81-34F8-4B10-9257-A6996FADA58F}"/>
              </a:ext>
            </a:extLst>
          </p:cNvPr>
          <p:cNvSpPr>
            <a:spLocks noGrp="1"/>
          </p:cNvSpPr>
          <p:nvPr/>
        </p:nvSpPr>
        <p:spPr>
          <a:xfrm>
            <a:off x="815975" y="3400425"/>
            <a:ext cx="4921250" cy="596900"/>
          </a:xfrm>
          <a:prstGeom prst="roundRect">
            <a:avLst>
              <a:gd name="adj" fmla="val 16489"/>
            </a:avLst>
          </a:prstGeom>
          <a:solidFill>
            <a:srgbClr val="FBFAF6"/>
          </a:solidFill>
          <a:ln w="6350">
            <a:solidFill>
              <a:srgbClr val="DAD6C8"/>
            </a:solidFill>
            <a:prstDash val="solid"/>
          </a:ln>
        </p:spPr>
        <p:txBody>
          <a:bodyPr/>
          <a:lstStyle/>
          <a:p>
            <a:endParaRPr/>
          </a:p>
        </p:txBody>
      </p:sp>
      <p:sp>
        <p:nvSpPr>
          <p:cNvPr id="11" name="Text 9">
            <a:extLst>
              <a:ext uri="{FF2B5EF4-FFF2-40B4-BE49-F238E27FC236}">
                <a16:creationId xmlns:a16="http://schemas.microsoft.com/office/drawing/2014/main" id="{4826BADE-C394-4BD1-8E28-1C8252A484E9}"/>
              </a:ext>
            </a:extLst>
          </p:cNvPr>
          <p:cNvSpPr>
            <a:spLocks noGrp="1"/>
          </p:cNvSpPr>
          <p:nvPr/>
        </p:nvSpPr>
        <p:spPr>
          <a:xfrm>
            <a:off x="971550" y="3505200"/>
            <a:ext cx="355600" cy="412750"/>
          </a:xfrm>
          <a:prstGeom prst="rect">
            <a:avLst/>
          </a:prstGeom>
          <a:noFill/>
        </p:spPr>
        <p:txBody>
          <a:bodyPr wrap="square" lIns="0" tIns="0" rIns="0" bIns="0" anchor="t">
            <a:normAutofit/>
          </a:bodyPr>
          <a:lstStyle/>
          <a:p>
            <a:pPr marL="0" indent="0" algn="l">
              <a:lnSpc>
                <a:spcPts val="3080"/>
              </a:lnSpc>
              <a:buNone/>
            </a:pPr>
            <a:r>
              <a:rPr sz="2200" b="1">
                <a:solidFill>
                  <a:srgbClr val="176B7B"/>
                </a:solidFill>
                <a:latin typeface="Arial"/>
                <a:ea typeface="Arial"/>
                <a:cs typeface="Arial"/>
              </a:rPr>
              <a:t>3</a:t>
            </a:r>
            <a:endParaRPr sz="2200"/>
          </a:p>
        </p:txBody>
      </p:sp>
      <p:sp>
        <p:nvSpPr>
          <p:cNvPr id="12" name="Text 10">
            <a:extLst>
              <a:ext uri="{FF2B5EF4-FFF2-40B4-BE49-F238E27FC236}">
                <a16:creationId xmlns:a16="http://schemas.microsoft.com/office/drawing/2014/main" id="{0F103D0B-D488-406B-9008-11A0A357C09F}"/>
              </a:ext>
            </a:extLst>
          </p:cNvPr>
          <p:cNvSpPr>
            <a:spLocks noGrp="1"/>
          </p:cNvSpPr>
          <p:nvPr/>
        </p:nvSpPr>
        <p:spPr>
          <a:xfrm>
            <a:off x="1403350" y="3587750"/>
            <a:ext cx="4208978" cy="247650"/>
          </a:xfrm>
          <a:prstGeom prst="rect">
            <a:avLst/>
          </a:prstGeom>
          <a:noFill/>
        </p:spPr>
        <p:txBody>
          <a:bodyPr wrap="square" lIns="0" tIns="0" rIns="0" bIns="0" anchor="t">
            <a:normAutofit/>
          </a:bodyPr>
          <a:lstStyle/>
          <a:p>
            <a:pPr marL="0" indent="0" algn="l">
              <a:lnSpc>
                <a:spcPts val="1750"/>
              </a:lnSpc>
              <a:buNone/>
            </a:pPr>
            <a:r>
              <a:rPr sz="1400" b="1">
                <a:solidFill>
                  <a:srgbClr val="16222F"/>
                </a:solidFill>
                <a:latin typeface="Arial"/>
                <a:ea typeface="Arial"/>
                <a:cs typeface="Arial"/>
              </a:rPr>
              <a:t>Construir indicadores</a:t>
            </a:r>
            <a:r>
              <a:rPr sz="1400">
                <a:solidFill>
                  <a:srgbClr val="16222F"/>
                </a:solidFill>
                <a:latin typeface="Arial"/>
                <a:ea typeface="Arial"/>
                <a:cs typeface="Arial"/>
              </a:rPr>
              <a:t> y verificar los totales</a:t>
            </a:r>
            <a:endParaRPr sz="1400"/>
          </a:p>
        </p:txBody>
      </p:sp>
      <p:sp>
        <p:nvSpPr>
          <p:cNvPr id="13" name="Shape 11">
            <a:extLst>
              <a:ext uri="{FF2B5EF4-FFF2-40B4-BE49-F238E27FC236}">
                <a16:creationId xmlns:a16="http://schemas.microsoft.com/office/drawing/2014/main" id="{21E96F4D-9D9B-46F0-9C8E-286AC745D1F5}"/>
              </a:ext>
            </a:extLst>
          </p:cNvPr>
          <p:cNvSpPr>
            <a:spLocks noGrp="1"/>
          </p:cNvSpPr>
          <p:nvPr/>
        </p:nvSpPr>
        <p:spPr>
          <a:xfrm>
            <a:off x="815975" y="4105275"/>
            <a:ext cx="4921250" cy="596900"/>
          </a:xfrm>
          <a:prstGeom prst="roundRect">
            <a:avLst>
              <a:gd name="adj" fmla="val 16489"/>
            </a:avLst>
          </a:prstGeom>
          <a:solidFill>
            <a:srgbClr val="FBFAF6"/>
          </a:solidFill>
          <a:ln w="6350">
            <a:solidFill>
              <a:srgbClr val="DAD6C8"/>
            </a:solidFill>
            <a:prstDash val="solid"/>
          </a:ln>
        </p:spPr>
        <p:txBody>
          <a:bodyPr/>
          <a:lstStyle/>
          <a:p>
            <a:endParaRPr/>
          </a:p>
        </p:txBody>
      </p:sp>
      <p:sp>
        <p:nvSpPr>
          <p:cNvPr id="14" name="Text 12">
            <a:extLst>
              <a:ext uri="{FF2B5EF4-FFF2-40B4-BE49-F238E27FC236}">
                <a16:creationId xmlns:a16="http://schemas.microsoft.com/office/drawing/2014/main" id="{83C5B2B3-AB68-4E7C-8BDE-56E74859E6ED}"/>
              </a:ext>
            </a:extLst>
          </p:cNvPr>
          <p:cNvSpPr>
            <a:spLocks noGrp="1"/>
          </p:cNvSpPr>
          <p:nvPr/>
        </p:nvSpPr>
        <p:spPr>
          <a:xfrm>
            <a:off x="971550" y="4210050"/>
            <a:ext cx="355600" cy="412750"/>
          </a:xfrm>
          <a:prstGeom prst="rect">
            <a:avLst/>
          </a:prstGeom>
          <a:noFill/>
        </p:spPr>
        <p:txBody>
          <a:bodyPr wrap="square" lIns="0" tIns="0" rIns="0" bIns="0" anchor="t">
            <a:normAutofit/>
          </a:bodyPr>
          <a:lstStyle/>
          <a:p>
            <a:pPr marL="0" indent="0" algn="l">
              <a:lnSpc>
                <a:spcPts val="3080"/>
              </a:lnSpc>
              <a:buNone/>
            </a:pPr>
            <a:r>
              <a:rPr sz="2200" b="1">
                <a:solidFill>
                  <a:srgbClr val="176B7B"/>
                </a:solidFill>
                <a:latin typeface="Arial"/>
                <a:ea typeface="Arial"/>
                <a:cs typeface="Arial"/>
              </a:rPr>
              <a:t>4</a:t>
            </a:r>
            <a:endParaRPr sz="2200"/>
          </a:p>
        </p:txBody>
      </p:sp>
      <p:sp>
        <p:nvSpPr>
          <p:cNvPr id="15" name="Text 13">
            <a:extLst>
              <a:ext uri="{FF2B5EF4-FFF2-40B4-BE49-F238E27FC236}">
                <a16:creationId xmlns:a16="http://schemas.microsoft.com/office/drawing/2014/main" id="{E3FF5682-3544-41FD-B490-3A0D4E3BB012}"/>
              </a:ext>
            </a:extLst>
          </p:cNvPr>
          <p:cNvSpPr>
            <a:spLocks noGrp="1"/>
          </p:cNvSpPr>
          <p:nvPr/>
        </p:nvSpPr>
        <p:spPr>
          <a:xfrm>
            <a:off x="1403350" y="4292600"/>
            <a:ext cx="3948946" cy="247650"/>
          </a:xfrm>
          <a:prstGeom prst="rect">
            <a:avLst/>
          </a:prstGeom>
          <a:noFill/>
        </p:spPr>
        <p:txBody>
          <a:bodyPr wrap="square" lIns="0" tIns="0" rIns="0" bIns="0" anchor="t">
            <a:normAutofit/>
          </a:bodyPr>
          <a:lstStyle/>
          <a:p>
            <a:pPr marL="0" indent="0" algn="l">
              <a:lnSpc>
                <a:spcPts val="1750"/>
              </a:lnSpc>
              <a:buNone/>
            </a:pPr>
            <a:r>
              <a:rPr sz="1400" b="1">
                <a:solidFill>
                  <a:srgbClr val="16222F"/>
                </a:solidFill>
                <a:latin typeface="Arial"/>
                <a:ea typeface="Arial"/>
                <a:cs typeface="Arial"/>
              </a:rPr>
              <a:t>Exportar</a:t>
            </a:r>
            <a:r>
              <a:rPr sz="1400">
                <a:solidFill>
                  <a:srgbClr val="16222F"/>
                </a:solidFill>
                <a:latin typeface="Arial"/>
                <a:ea typeface="Arial"/>
                <a:cs typeface="Arial"/>
              </a:rPr>
              <a:t> el resumen sin crear duplicados</a:t>
            </a:r>
            <a:endParaRPr sz="1400"/>
          </a:p>
        </p:txBody>
      </p:sp>
      <p:sp>
        <p:nvSpPr>
          <p:cNvPr id="16" name="Shape 14">
            <a:extLst>
              <a:ext uri="{FF2B5EF4-FFF2-40B4-BE49-F238E27FC236}">
                <a16:creationId xmlns:a16="http://schemas.microsoft.com/office/drawing/2014/main" id="{08AE203C-8D91-443D-92DD-E5B5E7A236BE}"/>
              </a:ext>
            </a:extLst>
          </p:cNvPr>
          <p:cNvSpPr>
            <a:spLocks noGrp="1"/>
          </p:cNvSpPr>
          <p:nvPr/>
        </p:nvSpPr>
        <p:spPr>
          <a:xfrm>
            <a:off x="812800" y="4806950"/>
            <a:ext cx="4927600" cy="971550"/>
          </a:xfrm>
          <a:prstGeom prst="roundRect">
            <a:avLst>
              <a:gd name="adj" fmla="val 10458"/>
            </a:avLst>
          </a:prstGeom>
          <a:solidFill>
            <a:srgbClr val="13243B"/>
          </a:solidFill>
        </p:spPr>
        <p:txBody>
          <a:bodyPr/>
          <a:lstStyle/>
          <a:p>
            <a:endParaRPr/>
          </a:p>
        </p:txBody>
      </p:sp>
      <p:sp>
        <p:nvSpPr>
          <p:cNvPr id="17" name="Text 15">
            <a:extLst>
              <a:ext uri="{FF2B5EF4-FFF2-40B4-BE49-F238E27FC236}">
                <a16:creationId xmlns:a16="http://schemas.microsoft.com/office/drawing/2014/main" id="{5653F105-1433-4349-BE17-4445D7CE9508}"/>
              </a:ext>
            </a:extLst>
          </p:cNvPr>
          <p:cNvSpPr>
            <a:spLocks noGrp="1"/>
          </p:cNvSpPr>
          <p:nvPr/>
        </p:nvSpPr>
        <p:spPr>
          <a:xfrm>
            <a:off x="965200" y="4933950"/>
            <a:ext cx="4761484" cy="273050"/>
          </a:xfrm>
          <a:prstGeom prst="rect">
            <a:avLst/>
          </a:prstGeom>
          <a:noFill/>
        </p:spPr>
        <p:txBody>
          <a:bodyPr wrap="square" lIns="0" tIns="0" rIns="0" bIns="0" anchor="t">
            <a:normAutofit/>
          </a:bodyPr>
          <a:lstStyle/>
          <a:p>
            <a:pPr marL="0" indent="0" algn="l">
              <a:lnSpc>
                <a:spcPts val="1960"/>
              </a:lnSpc>
              <a:buNone/>
            </a:pPr>
            <a:r>
              <a:rPr sz="1400" b="1">
                <a:solidFill>
                  <a:srgbClr val="E9A23B"/>
                </a:solidFill>
                <a:latin typeface="Arial"/>
                <a:ea typeface="Arial"/>
                <a:cs typeface="Arial"/>
              </a:rPr>
              <a:t>Frecuencia configurable en programador</a:t>
            </a:r>
            <a:endParaRPr sz="1400"/>
          </a:p>
        </p:txBody>
      </p:sp>
      <p:sp>
        <p:nvSpPr>
          <p:cNvPr id="18" name="Text 16">
            <a:extLst>
              <a:ext uri="{FF2B5EF4-FFF2-40B4-BE49-F238E27FC236}">
                <a16:creationId xmlns:a16="http://schemas.microsoft.com/office/drawing/2014/main" id="{88A55325-EDBF-41EC-AF10-2A6C438E410B}"/>
              </a:ext>
            </a:extLst>
          </p:cNvPr>
          <p:cNvSpPr>
            <a:spLocks noGrp="1"/>
          </p:cNvSpPr>
          <p:nvPr/>
        </p:nvSpPr>
        <p:spPr>
          <a:xfrm>
            <a:off x="965200" y="5232400"/>
            <a:ext cx="4761484" cy="444500"/>
          </a:xfrm>
          <a:prstGeom prst="rect">
            <a:avLst/>
          </a:prstGeom>
          <a:noFill/>
        </p:spPr>
        <p:txBody>
          <a:bodyPr wrap="square" lIns="0" tIns="0" rIns="0" bIns="0" anchor="t">
            <a:normAutofit/>
          </a:bodyPr>
          <a:lstStyle/>
          <a:p>
            <a:pPr marL="0" indent="0" algn="l">
              <a:lnSpc>
                <a:spcPts val="1690"/>
              </a:lnSpc>
              <a:buNone/>
            </a:pPr>
            <a:r>
              <a:rPr sz="1300">
                <a:solidFill>
                  <a:srgbClr val="F5F3EC"/>
                </a:solidFill>
                <a:latin typeface="Arial"/>
                <a:ea typeface="Arial"/>
                <a:cs typeface="Arial"/>
              </a:rPr>
              <a:t>El flujo procesa archivos Parquet preparados y exporta un resumen por fecha, aerolínea, origen y hora.</a:t>
            </a:r>
            <a:endParaRPr sz="1300"/>
          </a:p>
        </p:txBody>
      </p:sp>
      <p:sp>
        <p:nvSpPr>
          <p:cNvPr id="19" name="Shape 17">
            <a:extLst>
              <a:ext uri="{FF2B5EF4-FFF2-40B4-BE49-F238E27FC236}">
                <a16:creationId xmlns:a16="http://schemas.microsoft.com/office/drawing/2014/main" id="{5A49E55A-C391-4704-99FF-8CE9F5D2CA01}"/>
              </a:ext>
            </a:extLst>
          </p:cNvPr>
          <p:cNvSpPr>
            <a:spLocks noGrp="1"/>
          </p:cNvSpPr>
          <p:nvPr/>
        </p:nvSpPr>
        <p:spPr>
          <a:xfrm>
            <a:off x="6045200" y="1987550"/>
            <a:ext cx="5334000" cy="3790950"/>
          </a:xfrm>
          <a:prstGeom prst="roundRect">
            <a:avLst>
              <a:gd name="adj" fmla="val 2680"/>
            </a:avLst>
          </a:prstGeom>
          <a:solidFill>
            <a:srgbClr val="13243B"/>
          </a:solidFill>
        </p:spPr>
        <p:txBody>
          <a:bodyPr/>
          <a:lstStyle/>
          <a:p>
            <a:endParaRPr/>
          </a:p>
        </p:txBody>
      </p:sp>
      <p:pic>
        <p:nvPicPr>
          <p:cNvPr id="20" name="Image 0">
            <a:extLst>
              <a:ext uri="{FF2B5EF4-FFF2-40B4-BE49-F238E27FC236}">
                <a16:creationId xmlns:a16="http://schemas.microsoft.com/office/drawing/2014/main" id="{0F42BAAB-29AE-4CF4-A5DF-B5415A4FA2B5}"/>
              </a:ext>
            </a:extLst>
          </p:cNvPr>
          <p:cNvPicPr>
            <a:picLocks noChangeAspect="1"/>
          </p:cNvPicPr>
          <p:nvPr/>
        </p:nvPicPr>
        <p:blipFill>
          <a:blip r:embed="rId3"/>
          <a:srcRect l="-2" r="-2"/>
          <a:stretch/>
        </p:blipFill>
        <p:spPr>
          <a:xfrm>
            <a:off x="6407150" y="2089150"/>
            <a:ext cx="4610100" cy="3302000"/>
          </a:xfrm>
          <a:prstGeom prst="rect">
            <a:avLst/>
          </a:prstGeom>
        </p:spPr>
      </p:pic>
      <p:sp>
        <p:nvSpPr>
          <p:cNvPr id="21" name="Text 18">
            <a:extLst>
              <a:ext uri="{FF2B5EF4-FFF2-40B4-BE49-F238E27FC236}">
                <a16:creationId xmlns:a16="http://schemas.microsoft.com/office/drawing/2014/main" id="{5F0C2952-AD51-4EB0-90F1-6BA7AC9F5707}"/>
              </a:ext>
            </a:extLst>
          </p:cNvPr>
          <p:cNvSpPr>
            <a:spLocks noGrp="1"/>
          </p:cNvSpPr>
          <p:nvPr/>
        </p:nvSpPr>
        <p:spPr>
          <a:xfrm>
            <a:off x="6546820" y="5467350"/>
            <a:ext cx="4330660" cy="222250"/>
          </a:xfrm>
          <a:prstGeom prst="rect">
            <a:avLst/>
          </a:prstGeom>
          <a:noFill/>
        </p:spPr>
        <p:txBody>
          <a:bodyPr wrap="square" lIns="0" tIns="0" rIns="0" bIns="0" anchor="t">
            <a:normAutofit/>
          </a:bodyPr>
          <a:lstStyle/>
          <a:p>
            <a:pPr marL="0" indent="0" algn="ctr">
              <a:lnSpc>
                <a:spcPts val="1560"/>
              </a:lnSpc>
              <a:buNone/>
            </a:pPr>
            <a:r>
              <a:rPr sz="1200">
                <a:solidFill>
                  <a:srgbClr val="B8C4D2"/>
                </a:solidFill>
                <a:latin typeface="Arial"/>
                <a:ea typeface="Arial"/>
                <a:cs typeface="Arial"/>
              </a:rPr>
              <a:t>Captura de una ejecución de prueba.</a:t>
            </a:r>
            <a:endParaRPr sz="1200"/>
          </a:p>
        </p:txBody>
      </p:sp>
      <p:sp>
        <p:nvSpPr>
          <p:cNvPr id="22" name="Text 19">
            <a:extLst>
              <a:ext uri="{FF2B5EF4-FFF2-40B4-BE49-F238E27FC236}">
                <a16:creationId xmlns:a16="http://schemas.microsoft.com/office/drawing/2014/main" id="{4BF9D16C-A042-46F4-AB1E-82AA83D75302}"/>
              </a:ext>
            </a:extLst>
          </p:cNvPr>
          <p:cNvSpPr>
            <a:spLocks noGrp="1"/>
          </p:cNvSpPr>
          <p:nvPr/>
        </p:nvSpPr>
        <p:spPr>
          <a:xfrm>
            <a:off x="812800" y="6242050"/>
            <a:ext cx="9810750" cy="234950"/>
          </a:xfrm>
          <a:prstGeom prst="rect">
            <a:avLst/>
          </a:prstGeom>
          <a:noFill/>
        </p:spPr>
        <p:txBody>
          <a:bodyPr wrap="square" lIns="0" tIns="0" rIns="0" bIns="0" anchor="t">
            <a:normAutofit/>
          </a:bodyPr>
          <a:lstStyle/>
          <a:p>
            <a:pPr marL="0" indent="0" algn="l">
              <a:lnSpc>
                <a:spcPts val="1680"/>
              </a:lnSpc>
              <a:buNone/>
            </a:pPr>
            <a:r>
              <a:rPr sz="1200">
                <a:solidFill>
                  <a:srgbClr val="55606B"/>
                </a:solidFill>
                <a:latin typeface="Arial"/>
                <a:ea typeface="Arial"/>
                <a:cs typeface="Arial"/>
              </a:rPr>
              <a:t>Prefect ejecutado por mes desde Parquet preparado: 3.944.916 vuelos y 1.726.512 filas agregadas.</a:t>
            </a:r>
            <a:endParaRPr sz="1200"/>
          </a:p>
        </p:txBody>
      </p:sp>
      <p:sp>
        <p:nvSpPr>
          <p:cNvPr id="23" name="Text 20">
            <a:extLst>
              <a:ext uri="{FF2B5EF4-FFF2-40B4-BE49-F238E27FC236}">
                <a16:creationId xmlns:a16="http://schemas.microsoft.com/office/drawing/2014/main" id="{C5915F1D-8B6D-4F0E-9609-78696289BADF}"/>
              </a:ext>
            </a:extLst>
          </p:cNvPr>
          <p:cNvSpPr>
            <a:spLocks noGrp="1"/>
          </p:cNvSpPr>
          <p:nvPr/>
        </p:nvSpPr>
        <p:spPr>
          <a:xfrm>
            <a:off x="10693400" y="6242050"/>
            <a:ext cx="685800" cy="234950"/>
          </a:xfrm>
          <a:prstGeom prst="rect">
            <a:avLst/>
          </a:prstGeom>
          <a:noFill/>
        </p:spPr>
        <p:txBody>
          <a:bodyPr wrap="square" lIns="0" tIns="0" rIns="0" bIns="0" anchor="t">
            <a:normAutofit/>
          </a:bodyPr>
          <a:lstStyle/>
          <a:p>
            <a:pPr marL="0" indent="0" algn="r">
              <a:lnSpc>
                <a:spcPts val="1680"/>
              </a:lnSpc>
              <a:buNone/>
            </a:pPr>
            <a:r>
              <a:rPr sz="1200">
                <a:solidFill>
                  <a:srgbClr val="55606B"/>
                </a:solidFill>
                <a:latin typeface="Arial"/>
                <a:ea typeface="Arial"/>
                <a:cs typeface="Arial"/>
              </a:rPr>
              <a:t>10</a:t>
            </a:r>
            <a:endParaRPr sz="1200"/>
          </a:p>
        </p:txBody>
      </p:sp>
    </p:spTree>
    <p:extLst>
      <p:ext uri="{BB962C8B-B14F-4D97-AF65-F5344CB8AC3E}">
        <p14:creationId xmlns:p14="http://schemas.microsoft.com/office/powerpoint/2010/main" val="736975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6A46CFF-6520-4AA3-B3B0-1215D1867588}"/>
              </a:ext>
            </a:extLst>
          </p:cNvPr>
          <p:cNvSpPr>
            <a:spLocks noGrp="1"/>
          </p:cNvSpPr>
          <p:nvPr/>
        </p:nvSpPr>
        <p:spPr>
          <a:xfrm>
            <a:off x="812800" y="812800"/>
            <a:ext cx="10883392" cy="273050"/>
          </a:xfrm>
          <a:prstGeom prst="rect">
            <a:avLst/>
          </a:prstGeom>
          <a:noFill/>
        </p:spPr>
        <p:txBody>
          <a:bodyPr wrap="square" lIns="0" tIns="0" rIns="0" bIns="0" anchor="t">
            <a:normAutofit/>
          </a:bodyPr>
          <a:lstStyle/>
          <a:p>
            <a:pPr marL="0" indent="0" algn="l">
              <a:lnSpc>
                <a:spcPts val="1960"/>
              </a:lnSpc>
              <a:buNone/>
            </a:pPr>
            <a:r>
              <a:rPr sz="1400" b="1" spc="100">
                <a:solidFill>
                  <a:srgbClr val="176B7B"/>
                </a:solidFill>
                <a:latin typeface="Arial"/>
                <a:ea typeface="Arial"/>
                <a:cs typeface="Arial"/>
              </a:rPr>
              <a:t>8 · QUE FUNCIONE SIN NOSOTROS · RESULTADOS EN LA NUBE</a:t>
            </a:r>
            <a:endParaRPr sz="1400"/>
          </a:p>
        </p:txBody>
      </p:sp>
      <p:sp>
        <p:nvSpPr>
          <p:cNvPr id="3" name="Text 1">
            <a:extLst>
              <a:ext uri="{FF2B5EF4-FFF2-40B4-BE49-F238E27FC236}">
                <a16:creationId xmlns:a16="http://schemas.microsoft.com/office/drawing/2014/main" id="{184BC550-E692-4D3E-9E26-620F002609F8}"/>
              </a:ext>
            </a:extLst>
          </p:cNvPr>
          <p:cNvSpPr>
            <a:spLocks noGrp="1"/>
          </p:cNvSpPr>
          <p:nvPr>
            <p:ph type="title"/>
          </p:nvPr>
        </p:nvSpPr>
        <p:spPr>
          <a:xfrm>
            <a:off x="812800" y="1314450"/>
            <a:ext cx="10883392" cy="444500"/>
          </a:xfrm>
          <a:prstGeom prst="rect">
            <a:avLst/>
          </a:prstGeom>
          <a:noFill/>
        </p:spPr>
        <p:txBody>
          <a:bodyPr wrap="square" lIns="0" tIns="0" rIns="0" bIns="0" anchor="t">
            <a:normAutofit/>
          </a:bodyPr>
          <a:lstStyle/>
          <a:p>
            <a:pPr marL="0" indent="0" algn="l">
              <a:lnSpc>
                <a:spcPts val="3300"/>
              </a:lnSpc>
              <a:buNone/>
            </a:pPr>
            <a:r>
              <a:rPr sz="3000" b="1" i="0">
                <a:solidFill>
                  <a:srgbClr val="16222F"/>
                </a:solidFill>
                <a:latin typeface="Arial"/>
                <a:ea typeface="Arial"/>
                <a:cs typeface="Arial"/>
              </a:rPr>
              <a:t>Salida analítica preparada; despliegue pendiente</a:t>
            </a:r>
            <a:endParaRPr sz="3000"/>
          </a:p>
        </p:txBody>
      </p:sp>
      <p:sp>
        <p:nvSpPr>
          <p:cNvPr id="4" name="Shape 2">
            <a:extLst>
              <a:ext uri="{FF2B5EF4-FFF2-40B4-BE49-F238E27FC236}">
                <a16:creationId xmlns:a16="http://schemas.microsoft.com/office/drawing/2014/main" id="{468D305F-B044-4EE7-A890-CCFD00DD1A25}"/>
              </a:ext>
            </a:extLst>
          </p:cNvPr>
          <p:cNvSpPr>
            <a:spLocks noGrp="1"/>
          </p:cNvSpPr>
          <p:nvPr/>
        </p:nvSpPr>
        <p:spPr>
          <a:xfrm>
            <a:off x="812800" y="1987550"/>
            <a:ext cx="3276600" cy="1416050"/>
          </a:xfrm>
          <a:prstGeom prst="roundRect">
            <a:avLst>
              <a:gd name="adj" fmla="val 7175"/>
            </a:avLst>
          </a:prstGeom>
          <a:solidFill>
            <a:srgbClr val="13243B"/>
          </a:solidFill>
        </p:spPr>
        <p:txBody>
          <a:bodyPr/>
          <a:lstStyle/>
          <a:p>
            <a:endParaRPr/>
          </a:p>
        </p:txBody>
      </p:sp>
      <p:sp>
        <p:nvSpPr>
          <p:cNvPr id="5" name="Text 3">
            <a:extLst>
              <a:ext uri="{FF2B5EF4-FFF2-40B4-BE49-F238E27FC236}">
                <a16:creationId xmlns:a16="http://schemas.microsoft.com/office/drawing/2014/main" id="{7CFA1B77-8C99-4457-9308-9D3A4865324C}"/>
              </a:ext>
            </a:extLst>
          </p:cNvPr>
          <p:cNvSpPr>
            <a:spLocks noGrp="1"/>
          </p:cNvSpPr>
          <p:nvPr/>
        </p:nvSpPr>
        <p:spPr>
          <a:xfrm>
            <a:off x="990600" y="2139950"/>
            <a:ext cx="3008630" cy="469900"/>
          </a:xfrm>
          <a:prstGeom prst="rect">
            <a:avLst/>
          </a:prstGeom>
          <a:noFill/>
        </p:spPr>
        <p:txBody>
          <a:bodyPr wrap="square" lIns="0" tIns="0" rIns="0" bIns="0" anchor="t">
            <a:normAutofit/>
          </a:bodyPr>
          <a:lstStyle/>
          <a:p>
            <a:pPr marL="0" indent="0" algn="l">
              <a:lnSpc>
                <a:spcPts val="3520"/>
              </a:lnSpc>
              <a:buNone/>
            </a:pPr>
            <a:r>
              <a:rPr sz="3200" b="1">
                <a:solidFill>
                  <a:srgbClr val="E9A23B"/>
                </a:solidFill>
                <a:latin typeface="Arial"/>
                <a:ea typeface="Arial"/>
                <a:cs typeface="Arial"/>
              </a:rPr>
              <a:t>1.726.512</a:t>
            </a:r>
            <a:endParaRPr sz="3200"/>
          </a:p>
        </p:txBody>
      </p:sp>
      <p:sp>
        <p:nvSpPr>
          <p:cNvPr id="6" name="Text 4">
            <a:extLst>
              <a:ext uri="{FF2B5EF4-FFF2-40B4-BE49-F238E27FC236}">
                <a16:creationId xmlns:a16="http://schemas.microsoft.com/office/drawing/2014/main" id="{4D92B521-88AD-466F-8CA7-4CEBFC0A41D4}"/>
              </a:ext>
            </a:extLst>
          </p:cNvPr>
          <p:cNvSpPr>
            <a:spLocks noGrp="1"/>
          </p:cNvSpPr>
          <p:nvPr/>
        </p:nvSpPr>
        <p:spPr>
          <a:xfrm>
            <a:off x="990600" y="2622550"/>
            <a:ext cx="3008630" cy="654050"/>
          </a:xfrm>
          <a:prstGeom prst="rect">
            <a:avLst/>
          </a:prstGeom>
          <a:noFill/>
        </p:spPr>
        <p:txBody>
          <a:bodyPr wrap="square" lIns="0" tIns="0" rIns="0" bIns="0" anchor="t">
            <a:normAutofit/>
          </a:bodyPr>
          <a:lstStyle/>
          <a:p>
            <a:pPr marL="0" indent="0" algn="l">
              <a:lnSpc>
                <a:spcPts val="1690"/>
              </a:lnSpc>
              <a:buNone/>
            </a:pPr>
            <a:r>
              <a:rPr sz="1300">
                <a:solidFill>
                  <a:srgbClr val="B8C4D2"/>
                </a:solidFill>
                <a:latin typeface="Arial"/>
                <a:ea typeface="Arial"/>
                <a:cs typeface="Arial"/>
              </a:rPr>
              <a:t>filas agregadas preparadas localmente: 3.944.916 vuelos, 853.962 retrasos</a:t>
            </a:r>
            <a:endParaRPr sz="1300"/>
          </a:p>
        </p:txBody>
      </p:sp>
      <p:sp>
        <p:nvSpPr>
          <p:cNvPr id="7" name="Shape 5">
            <a:extLst>
              <a:ext uri="{FF2B5EF4-FFF2-40B4-BE49-F238E27FC236}">
                <a16:creationId xmlns:a16="http://schemas.microsoft.com/office/drawing/2014/main" id="{2747D5DF-51EC-4C17-AD62-FB9F2301ECBC}"/>
              </a:ext>
            </a:extLst>
          </p:cNvPr>
          <p:cNvSpPr>
            <a:spLocks noGrp="1"/>
          </p:cNvSpPr>
          <p:nvPr/>
        </p:nvSpPr>
        <p:spPr>
          <a:xfrm>
            <a:off x="815975" y="3533775"/>
            <a:ext cx="3270250" cy="1003300"/>
          </a:xfrm>
          <a:prstGeom prst="roundRect">
            <a:avLst>
              <a:gd name="adj" fmla="val 9810"/>
            </a:avLst>
          </a:prstGeom>
          <a:solidFill>
            <a:srgbClr val="FBFAF6"/>
          </a:solidFill>
          <a:ln w="6350">
            <a:solidFill>
              <a:srgbClr val="DAD6C8"/>
            </a:solidFill>
            <a:prstDash val="solid"/>
          </a:ln>
        </p:spPr>
        <p:txBody>
          <a:bodyPr/>
          <a:lstStyle/>
          <a:p>
            <a:endParaRPr/>
          </a:p>
        </p:txBody>
      </p:sp>
      <p:sp>
        <p:nvSpPr>
          <p:cNvPr id="8" name="Text 6">
            <a:extLst>
              <a:ext uri="{FF2B5EF4-FFF2-40B4-BE49-F238E27FC236}">
                <a16:creationId xmlns:a16="http://schemas.microsoft.com/office/drawing/2014/main" id="{F45A8354-7A90-4F23-88BD-1D045871C19B}"/>
              </a:ext>
            </a:extLst>
          </p:cNvPr>
          <p:cNvSpPr>
            <a:spLocks noGrp="1"/>
          </p:cNvSpPr>
          <p:nvPr/>
        </p:nvSpPr>
        <p:spPr>
          <a:xfrm>
            <a:off x="996950" y="3689350"/>
            <a:ext cx="2995549" cy="260350"/>
          </a:xfrm>
          <a:prstGeom prst="rect">
            <a:avLst/>
          </a:prstGeom>
          <a:noFill/>
        </p:spPr>
        <p:txBody>
          <a:bodyPr wrap="square" lIns="0" tIns="0" rIns="0" bIns="0" anchor="t">
            <a:normAutofit/>
          </a:bodyPr>
          <a:lstStyle/>
          <a:p>
            <a:pPr marL="0" indent="0" algn="l">
              <a:lnSpc>
                <a:spcPts val="1875"/>
              </a:lnSpc>
              <a:buNone/>
            </a:pPr>
            <a:r>
              <a:rPr sz="1500" b="1">
                <a:solidFill>
                  <a:srgbClr val="16222F"/>
                </a:solidFill>
                <a:latin typeface="Arial"/>
                <a:ea typeface="Arial"/>
                <a:cs typeface="Arial"/>
              </a:rPr>
              <a:t>Solo el resultado analítico</a:t>
            </a:r>
            <a:endParaRPr sz="1500"/>
          </a:p>
        </p:txBody>
      </p:sp>
      <p:sp>
        <p:nvSpPr>
          <p:cNvPr id="9" name="Text 7">
            <a:extLst>
              <a:ext uri="{FF2B5EF4-FFF2-40B4-BE49-F238E27FC236}">
                <a16:creationId xmlns:a16="http://schemas.microsoft.com/office/drawing/2014/main" id="{E639A870-6369-4268-990E-2832741DFD25}"/>
              </a:ext>
            </a:extLst>
          </p:cNvPr>
          <p:cNvSpPr>
            <a:spLocks noGrp="1"/>
          </p:cNvSpPr>
          <p:nvPr/>
        </p:nvSpPr>
        <p:spPr>
          <a:xfrm>
            <a:off x="996950" y="3962400"/>
            <a:ext cx="2995549" cy="444500"/>
          </a:xfrm>
          <a:prstGeom prst="rect">
            <a:avLst/>
          </a:prstGeom>
          <a:noFill/>
        </p:spPr>
        <p:txBody>
          <a:bodyPr wrap="square" lIns="0" tIns="0" rIns="0" bIns="0" anchor="t">
            <a:normAutofit/>
          </a:bodyPr>
          <a:lstStyle/>
          <a:p>
            <a:pPr marL="0" indent="0" algn="l">
              <a:lnSpc>
                <a:spcPts val="1690"/>
              </a:lnSpc>
              <a:buNone/>
            </a:pPr>
            <a:r>
              <a:rPr sz="1300">
                <a:solidFill>
                  <a:srgbClr val="55606B"/>
                </a:solidFill>
                <a:latin typeface="Arial"/>
                <a:ea typeface="Arial"/>
                <a:cs typeface="Arial"/>
              </a:rPr>
              <a:t>El dataset original nunca se sube a AWS.</a:t>
            </a:r>
            <a:endParaRPr sz="1300"/>
          </a:p>
        </p:txBody>
      </p:sp>
      <p:sp>
        <p:nvSpPr>
          <p:cNvPr id="10" name="Text 8">
            <a:extLst>
              <a:ext uri="{FF2B5EF4-FFF2-40B4-BE49-F238E27FC236}">
                <a16:creationId xmlns:a16="http://schemas.microsoft.com/office/drawing/2014/main" id="{D7A65752-B340-42E4-A68A-C3334BCF550C}"/>
              </a:ext>
            </a:extLst>
          </p:cNvPr>
          <p:cNvSpPr>
            <a:spLocks noGrp="1"/>
          </p:cNvSpPr>
          <p:nvPr/>
        </p:nvSpPr>
        <p:spPr>
          <a:xfrm>
            <a:off x="815975" y="4670425"/>
            <a:ext cx="3270250" cy="977900"/>
          </a:xfrm>
          <a:prstGeom prst="roundRect">
            <a:avLst>
              <a:gd name="adj" fmla="val 10065"/>
            </a:avLst>
          </a:prstGeom>
          <a:solidFill>
            <a:srgbClr val="FBFAF6"/>
          </a:solidFill>
          <a:ln w="6350">
            <a:solidFill>
              <a:srgbClr val="DAD6C8"/>
            </a:solidFill>
            <a:prstDash val="solid"/>
          </a:ln>
        </p:spPr>
        <p:txBody>
          <a:bodyPr wrap="square" lIns="152147" tIns="126747" rIns="64898" bIns="101347" anchor="t">
            <a:normAutofit/>
          </a:bodyPr>
          <a:lstStyle/>
          <a:p>
            <a:pPr marL="0" indent="0" algn="l">
              <a:lnSpc>
                <a:spcPts val="1755"/>
              </a:lnSpc>
              <a:buNone/>
            </a:pPr>
            <a:r>
              <a:rPr sz="1300">
                <a:solidFill>
                  <a:srgbClr val="55606B"/>
                </a:solidFill>
                <a:latin typeface="Arial"/>
                <a:ea typeface="Arial"/>
                <a:cs typeface="Arial"/>
              </a:rPr>
              <a:t>La conexión y carga en AWS no se verificaron. Falta conectar Grafana y validar lectura.</a:t>
            </a:r>
            <a:endParaRPr sz="1300"/>
          </a:p>
        </p:txBody>
      </p:sp>
      <p:sp>
        <p:nvSpPr>
          <p:cNvPr id="11" name="Shape 9">
            <a:extLst>
              <a:ext uri="{FF2B5EF4-FFF2-40B4-BE49-F238E27FC236}">
                <a16:creationId xmlns:a16="http://schemas.microsoft.com/office/drawing/2014/main" id="{BD16D23E-9E1C-4E97-B84D-B83AF63B0B0C}"/>
              </a:ext>
            </a:extLst>
          </p:cNvPr>
          <p:cNvSpPr>
            <a:spLocks noGrp="1"/>
          </p:cNvSpPr>
          <p:nvPr/>
        </p:nvSpPr>
        <p:spPr>
          <a:xfrm>
            <a:off x="4394200" y="1987550"/>
            <a:ext cx="6985000" cy="3816350"/>
          </a:xfrm>
          <a:prstGeom prst="roundRect">
            <a:avLst>
              <a:gd name="adj" fmla="val 2662"/>
            </a:avLst>
          </a:prstGeom>
          <a:solidFill>
            <a:srgbClr val="0F1B2D"/>
          </a:solidFill>
        </p:spPr>
        <p:txBody>
          <a:bodyPr/>
          <a:lstStyle/>
          <a:p>
            <a:endParaRPr/>
          </a:p>
        </p:txBody>
      </p:sp>
      <p:pic>
        <p:nvPicPr>
          <p:cNvPr id="12" name="Image 0">
            <a:extLst>
              <a:ext uri="{FF2B5EF4-FFF2-40B4-BE49-F238E27FC236}">
                <a16:creationId xmlns:a16="http://schemas.microsoft.com/office/drawing/2014/main" id="{600A1403-CCF5-42A6-AC6D-21B23B61BA67}"/>
              </a:ext>
            </a:extLst>
          </p:cNvPr>
          <p:cNvPicPr>
            <a:picLocks noChangeAspect="1"/>
          </p:cNvPicPr>
          <p:nvPr/>
        </p:nvPicPr>
        <p:blipFill>
          <a:blip r:embed="rId3"/>
          <a:srcRect t="-34" b="-34"/>
          <a:stretch/>
        </p:blipFill>
        <p:spPr>
          <a:xfrm>
            <a:off x="4470400" y="2063750"/>
            <a:ext cx="6832600" cy="3663950"/>
          </a:xfrm>
          <a:prstGeom prst="rect">
            <a:avLst/>
          </a:prstGeom>
        </p:spPr>
      </p:pic>
      <p:sp>
        <p:nvSpPr>
          <p:cNvPr id="13" name="Text 10">
            <a:extLst>
              <a:ext uri="{FF2B5EF4-FFF2-40B4-BE49-F238E27FC236}">
                <a16:creationId xmlns:a16="http://schemas.microsoft.com/office/drawing/2014/main" id="{7538AA1B-CCFF-4493-92D6-4C37D626C9B1}"/>
              </a:ext>
            </a:extLst>
          </p:cNvPr>
          <p:cNvSpPr>
            <a:spLocks noGrp="1"/>
          </p:cNvSpPr>
          <p:nvPr/>
        </p:nvSpPr>
        <p:spPr>
          <a:xfrm>
            <a:off x="812800" y="6242050"/>
            <a:ext cx="9810750" cy="234950"/>
          </a:xfrm>
          <a:prstGeom prst="rect">
            <a:avLst/>
          </a:prstGeom>
          <a:noFill/>
        </p:spPr>
        <p:txBody>
          <a:bodyPr wrap="square" lIns="0" tIns="0" rIns="0" bIns="0" anchor="t">
            <a:normAutofit/>
          </a:bodyPr>
          <a:lstStyle/>
          <a:p>
            <a:pPr marL="0" indent="0" algn="l">
              <a:lnSpc>
                <a:spcPts val="1680"/>
              </a:lnSpc>
              <a:buNone/>
            </a:pPr>
            <a:r>
              <a:rPr sz="1200">
                <a:solidFill>
                  <a:srgbClr val="55606B"/>
                </a:solidFill>
                <a:latin typeface="Arial"/>
                <a:ea typeface="Arial"/>
                <a:cs typeface="Arial"/>
              </a:rPr>
              <a:t>Dashboard JSON preparado; captura previa. Conexión no verificada en este corte.</a:t>
            </a:r>
            <a:endParaRPr sz="1200"/>
          </a:p>
        </p:txBody>
      </p:sp>
      <p:sp>
        <p:nvSpPr>
          <p:cNvPr id="14" name="Text 11">
            <a:extLst>
              <a:ext uri="{FF2B5EF4-FFF2-40B4-BE49-F238E27FC236}">
                <a16:creationId xmlns:a16="http://schemas.microsoft.com/office/drawing/2014/main" id="{E5E5F30B-01CA-4D23-B8DD-A3A255CF3E00}"/>
              </a:ext>
            </a:extLst>
          </p:cNvPr>
          <p:cNvSpPr>
            <a:spLocks noGrp="1"/>
          </p:cNvSpPr>
          <p:nvPr/>
        </p:nvSpPr>
        <p:spPr>
          <a:xfrm>
            <a:off x="10693400" y="6242050"/>
            <a:ext cx="685800" cy="234950"/>
          </a:xfrm>
          <a:prstGeom prst="rect">
            <a:avLst/>
          </a:prstGeom>
          <a:noFill/>
        </p:spPr>
        <p:txBody>
          <a:bodyPr wrap="square" lIns="0" tIns="0" rIns="0" bIns="0" anchor="t">
            <a:normAutofit/>
          </a:bodyPr>
          <a:lstStyle/>
          <a:p>
            <a:pPr marL="0" indent="0" algn="r">
              <a:lnSpc>
                <a:spcPts val="1680"/>
              </a:lnSpc>
              <a:buNone/>
            </a:pPr>
            <a:r>
              <a:rPr sz="1200">
                <a:solidFill>
                  <a:srgbClr val="55606B"/>
                </a:solidFill>
                <a:latin typeface="Arial"/>
                <a:ea typeface="Arial"/>
                <a:cs typeface="Arial"/>
              </a:rPr>
              <a:t>11</a:t>
            </a:r>
            <a:endParaRPr sz="1200"/>
          </a:p>
        </p:txBody>
      </p:sp>
    </p:spTree>
    <p:extLst>
      <p:ext uri="{BB962C8B-B14F-4D97-AF65-F5344CB8AC3E}">
        <p14:creationId xmlns:p14="http://schemas.microsoft.com/office/powerpoint/2010/main" val="1539909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EC"/>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2341894-CAC6-4B65-A6D5-410A7B17D0BF}"/>
              </a:ext>
            </a:extLst>
          </p:cNvPr>
          <p:cNvSpPr>
            <a:spLocks noGrp="1"/>
          </p:cNvSpPr>
          <p:nvPr/>
        </p:nvSpPr>
        <p:spPr>
          <a:xfrm>
            <a:off x="812800" y="812800"/>
            <a:ext cx="10883392" cy="273050"/>
          </a:xfrm>
          <a:prstGeom prst="rect">
            <a:avLst/>
          </a:prstGeom>
          <a:noFill/>
        </p:spPr>
        <p:txBody>
          <a:bodyPr wrap="square" lIns="0" tIns="0" rIns="0" bIns="0" anchor="t">
            <a:normAutofit/>
          </a:bodyPr>
          <a:lstStyle/>
          <a:p>
            <a:pPr marL="0" indent="0" algn="l">
              <a:lnSpc>
                <a:spcPts val="1960"/>
              </a:lnSpc>
              <a:buNone/>
            </a:pPr>
            <a:r>
              <a:rPr sz="1400" b="1" spc="100">
                <a:solidFill>
                  <a:srgbClr val="176B7B"/>
                </a:solidFill>
                <a:latin typeface="Arial"/>
                <a:ea typeface="Arial"/>
                <a:cs typeface="Arial"/>
              </a:rPr>
              <a:t>9 · RECOMENDACIONES</a:t>
            </a:r>
            <a:endParaRPr sz="1400"/>
          </a:p>
        </p:txBody>
      </p:sp>
      <p:sp>
        <p:nvSpPr>
          <p:cNvPr id="3" name="Text 1">
            <a:extLst>
              <a:ext uri="{FF2B5EF4-FFF2-40B4-BE49-F238E27FC236}">
                <a16:creationId xmlns:a16="http://schemas.microsoft.com/office/drawing/2014/main" id="{FF0DB85A-FE1C-49D3-A418-D5B7EB27DA73}"/>
              </a:ext>
            </a:extLst>
          </p:cNvPr>
          <p:cNvSpPr>
            <a:spLocks noGrp="1"/>
          </p:cNvSpPr>
          <p:nvPr>
            <p:ph type="title"/>
          </p:nvPr>
        </p:nvSpPr>
        <p:spPr>
          <a:xfrm>
            <a:off x="812800" y="1314450"/>
            <a:ext cx="10883392" cy="444500"/>
          </a:xfrm>
          <a:prstGeom prst="rect">
            <a:avLst/>
          </a:prstGeom>
          <a:noFill/>
        </p:spPr>
        <p:txBody>
          <a:bodyPr wrap="square" lIns="0" tIns="0" rIns="0" bIns="0" anchor="t">
            <a:normAutofit/>
          </a:bodyPr>
          <a:lstStyle/>
          <a:p>
            <a:pPr marL="0" indent="0" algn="l">
              <a:lnSpc>
                <a:spcPts val="3300"/>
              </a:lnSpc>
              <a:buNone/>
            </a:pPr>
            <a:r>
              <a:rPr sz="3000" b="1" i="0">
                <a:solidFill>
                  <a:srgbClr val="16222F"/>
                </a:solidFill>
                <a:latin typeface="Arial"/>
                <a:ea typeface="Arial"/>
                <a:cs typeface="Arial"/>
              </a:rPr>
              <a:t>Pasos para evaluar una aplicación en Colombia</a:t>
            </a:r>
            <a:endParaRPr sz="3000"/>
          </a:p>
        </p:txBody>
      </p:sp>
      <p:sp>
        <p:nvSpPr>
          <p:cNvPr id="4" name="Shape 2">
            <a:extLst>
              <a:ext uri="{FF2B5EF4-FFF2-40B4-BE49-F238E27FC236}">
                <a16:creationId xmlns:a16="http://schemas.microsoft.com/office/drawing/2014/main" id="{AAB9B2D5-2F55-4A30-A265-175155FFE4F9}"/>
              </a:ext>
            </a:extLst>
          </p:cNvPr>
          <p:cNvSpPr>
            <a:spLocks noGrp="1"/>
          </p:cNvSpPr>
          <p:nvPr/>
        </p:nvSpPr>
        <p:spPr>
          <a:xfrm>
            <a:off x="815975" y="1990725"/>
            <a:ext cx="3414216" cy="2025650"/>
          </a:xfrm>
          <a:prstGeom prst="roundRect">
            <a:avLst>
              <a:gd name="adj" fmla="val 4859"/>
            </a:avLst>
          </a:prstGeom>
          <a:solidFill>
            <a:srgbClr val="FBFAF6"/>
          </a:solidFill>
          <a:ln w="6350">
            <a:solidFill>
              <a:srgbClr val="DAD6C8"/>
            </a:solidFill>
            <a:prstDash val="solid"/>
          </a:ln>
        </p:spPr>
        <p:txBody>
          <a:bodyPr/>
          <a:lstStyle/>
          <a:p>
            <a:endParaRPr/>
          </a:p>
        </p:txBody>
      </p:sp>
      <p:sp>
        <p:nvSpPr>
          <p:cNvPr id="5" name="Text 3">
            <a:extLst>
              <a:ext uri="{FF2B5EF4-FFF2-40B4-BE49-F238E27FC236}">
                <a16:creationId xmlns:a16="http://schemas.microsoft.com/office/drawing/2014/main" id="{F70A8713-6446-4CD2-A24D-099BC2D95521}"/>
              </a:ext>
            </a:extLst>
          </p:cNvPr>
          <p:cNvSpPr>
            <a:spLocks noGrp="1"/>
          </p:cNvSpPr>
          <p:nvPr/>
        </p:nvSpPr>
        <p:spPr>
          <a:xfrm>
            <a:off x="1022350" y="2197100"/>
            <a:ext cx="3091510" cy="482600"/>
          </a:xfrm>
          <a:prstGeom prst="rect">
            <a:avLst/>
          </a:prstGeom>
          <a:noFill/>
        </p:spPr>
        <p:txBody>
          <a:bodyPr wrap="square" lIns="0" tIns="0" rIns="0" bIns="0" anchor="t">
            <a:normAutofit/>
          </a:bodyPr>
          <a:lstStyle/>
          <a:p>
            <a:pPr marL="0" indent="0" algn="l">
              <a:lnSpc>
                <a:spcPts val="3600"/>
              </a:lnSpc>
              <a:buNone/>
            </a:pPr>
            <a:r>
              <a:rPr sz="3600" b="1">
                <a:solidFill>
                  <a:srgbClr val="176B7B"/>
                </a:solidFill>
                <a:latin typeface="Arial"/>
                <a:ea typeface="Arial"/>
                <a:cs typeface="Arial"/>
              </a:rPr>
              <a:t>1</a:t>
            </a:r>
            <a:endParaRPr sz="3600"/>
          </a:p>
        </p:txBody>
      </p:sp>
      <p:sp>
        <p:nvSpPr>
          <p:cNvPr id="6" name="Text 4">
            <a:extLst>
              <a:ext uri="{FF2B5EF4-FFF2-40B4-BE49-F238E27FC236}">
                <a16:creationId xmlns:a16="http://schemas.microsoft.com/office/drawing/2014/main" id="{0FDBCA66-4A6C-4029-86CA-B367C1482E33}"/>
              </a:ext>
            </a:extLst>
          </p:cNvPr>
          <p:cNvSpPr>
            <a:spLocks noGrp="1"/>
          </p:cNvSpPr>
          <p:nvPr/>
        </p:nvSpPr>
        <p:spPr>
          <a:xfrm>
            <a:off x="1022350" y="2743200"/>
            <a:ext cx="3091510" cy="298450"/>
          </a:xfrm>
          <a:prstGeom prst="rect">
            <a:avLst/>
          </a:prstGeom>
          <a:noFill/>
        </p:spPr>
        <p:txBody>
          <a:bodyPr wrap="square" lIns="0" tIns="0" rIns="0" bIns="0" anchor="t">
            <a:normAutofit/>
          </a:bodyPr>
          <a:lstStyle/>
          <a:p>
            <a:pPr marL="0" indent="0" algn="l">
              <a:lnSpc>
                <a:spcPts val="2160"/>
              </a:lnSpc>
              <a:buNone/>
            </a:pPr>
            <a:r>
              <a:rPr sz="1800" b="1">
                <a:solidFill>
                  <a:srgbClr val="16222F"/>
                </a:solidFill>
                <a:latin typeface="Arial"/>
                <a:ea typeface="Arial"/>
                <a:cs typeface="Arial"/>
              </a:rPr>
              <a:t>Datos y normativa local</a:t>
            </a:r>
            <a:endParaRPr sz="1800"/>
          </a:p>
        </p:txBody>
      </p:sp>
      <p:sp>
        <p:nvSpPr>
          <p:cNvPr id="7" name="Text 5">
            <a:extLst>
              <a:ext uri="{FF2B5EF4-FFF2-40B4-BE49-F238E27FC236}">
                <a16:creationId xmlns:a16="http://schemas.microsoft.com/office/drawing/2014/main" id="{BD37D297-DA64-4107-A04B-E5ECDDD1DEA6}"/>
              </a:ext>
            </a:extLst>
          </p:cNvPr>
          <p:cNvSpPr>
            <a:spLocks noGrp="1"/>
          </p:cNvSpPr>
          <p:nvPr/>
        </p:nvSpPr>
        <p:spPr>
          <a:xfrm>
            <a:off x="1022350" y="3105150"/>
            <a:ext cx="3091510" cy="730250"/>
          </a:xfrm>
          <a:prstGeom prst="rect">
            <a:avLst/>
          </a:prstGeom>
          <a:noFill/>
        </p:spPr>
        <p:txBody>
          <a:bodyPr wrap="square" lIns="0" tIns="0" rIns="0" bIns="0" anchor="t">
            <a:normAutofit/>
          </a:bodyPr>
          <a:lstStyle/>
          <a:p>
            <a:pPr marL="0" indent="0" algn="l">
              <a:lnSpc>
                <a:spcPts val="1890"/>
              </a:lnSpc>
              <a:buNone/>
            </a:pPr>
            <a:r>
              <a:rPr sz="1400">
                <a:solidFill>
                  <a:srgbClr val="55606B"/>
                </a:solidFill>
                <a:latin typeface="Arial"/>
                <a:ea typeface="Arial"/>
                <a:cs typeface="Arial"/>
              </a:rPr>
              <a:t>Validar con vuelos colombianos y revisar RAC y procedimientos de la aerolínea.</a:t>
            </a:r>
            <a:endParaRPr sz="1400"/>
          </a:p>
        </p:txBody>
      </p:sp>
      <p:sp>
        <p:nvSpPr>
          <p:cNvPr id="8" name="Shape 6">
            <a:extLst>
              <a:ext uri="{FF2B5EF4-FFF2-40B4-BE49-F238E27FC236}">
                <a16:creationId xmlns:a16="http://schemas.microsoft.com/office/drawing/2014/main" id="{907BC5F2-5BEA-4C90-8A06-3D8825B54F43}"/>
              </a:ext>
            </a:extLst>
          </p:cNvPr>
          <p:cNvSpPr>
            <a:spLocks noGrp="1"/>
          </p:cNvSpPr>
          <p:nvPr/>
        </p:nvSpPr>
        <p:spPr>
          <a:xfrm>
            <a:off x="4388941" y="1990725"/>
            <a:ext cx="3414216" cy="2025650"/>
          </a:xfrm>
          <a:prstGeom prst="roundRect">
            <a:avLst>
              <a:gd name="adj" fmla="val 4859"/>
            </a:avLst>
          </a:prstGeom>
          <a:solidFill>
            <a:srgbClr val="FBFAF6"/>
          </a:solidFill>
          <a:ln w="6350">
            <a:solidFill>
              <a:srgbClr val="DAD6C8"/>
            </a:solidFill>
            <a:prstDash val="solid"/>
          </a:ln>
        </p:spPr>
        <p:txBody>
          <a:bodyPr/>
          <a:lstStyle/>
          <a:p>
            <a:endParaRPr/>
          </a:p>
        </p:txBody>
      </p:sp>
      <p:sp>
        <p:nvSpPr>
          <p:cNvPr id="9" name="Text 7">
            <a:extLst>
              <a:ext uri="{FF2B5EF4-FFF2-40B4-BE49-F238E27FC236}">
                <a16:creationId xmlns:a16="http://schemas.microsoft.com/office/drawing/2014/main" id="{FE59ED9F-FA59-40A0-B881-FC6A11678A55}"/>
              </a:ext>
            </a:extLst>
          </p:cNvPr>
          <p:cNvSpPr>
            <a:spLocks noGrp="1"/>
          </p:cNvSpPr>
          <p:nvPr/>
        </p:nvSpPr>
        <p:spPr>
          <a:xfrm>
            <a:off x="4595316" y="2197100"/>
            <a:ext cx="3091510" cy="482600"/>
          </a:xfrm>
          <a:prstGeom prst="rect">
            <a:avLst/>
          </a:prstGeom>
          <a:noFill/>
        </p:spPr>
        <p:txBody>
          <a:bodyPr wrap="square" lIns="0" tIns="0" rIns="0" bIns="0" anchor="t">
            <a:normAutofit/>
          </a:bodyPr>
          <a:lstStyle/>
          <a:p>
            <a:pPr marL="0" indent="0" algn="l">
              <a:lnSpc>
                <a:spcPts val="3600"/>
              </a:lnSpc>
              <a:buNone/>
            </a:pPr>
            <a:r>
              <a:rPr sz="3600" b="1">
                <a:solidFill>
                  <a:srgbClr val="176B7B"/>
                </a:solidFill>
                <a:latin typeface="Arial"/>
                <a:ea typeface="Arial"/>
                <a:cs typeface="Arial"/>
              </a:rPr>
              <a:t>2</a:t>
            </a:r>
            <a:endParaRPr sz="3600"/>
          </a:p>
        </p:txBody>
      </p:sp>
      <p:sp>
        <p:nvSpPr>
          <p:cNvPr id="10" name="Text 8">
            <a:extLst>
              <a:ext uri="{FF2B5EF4-FFF2-40B4-BE49-F238E27FC236}">
                <a16:creationId xmlns:a16="http://schemas.microsoft.com/office/drawing/2014/main" id="{2CA9280D-247D-4DF9-9746-5C814BDBDE08}"/>
              </a:ext>
            </a:extLst>
          </p:cNvPr>
          <p:cNvSpPr>
            <a:spLocks noGrp="1"/>
          </p:cNvSpPr>
          <p:nvPr/>
        </p:nvSpPr>
        <p:spPr>
          <a:xfrm>
            <a:off x="4595316" y="2743200"/>
            <a:ext cx="3091510" cy="298450"/>
          </a:xfrm>
          <a:prstGeom prst="rect">
            <a:avLst/>
          </a:prstGeom>
          <a:noFill/>
        </p:spPr>
        <p:txBody>
          <a:bodyPr wrap="square" lIns="0" tIns="0" rIns="0" bIns="0" anchor="t">
            <a:normAutofit/>
          </a:bodyPr>
          <a:lstStyle/>
          <a:p>
            <a:pPr marL="0" indent="0" algn="l">
              <a:lnSpc>
                <a:spcPts val="2160"/>
              </a:lnSpc>
              <a:buNone/>
            </a:pPr>
            <a:r>
              <a:rPr sz="1800" b="1">
                <a:solidFill>
                  <a:srgbClr val="16222F"/>
                </a:solidFill>
                <a:latin typeface="Arial"/>
                <a:ea typeface="Arial"/>
                <a:cs typeface="Arial"/>
              </a:rPr>
              <a:t>Validar horizonte 24 h</a:t>
            </a:r>
            <a:endParaRPr sz="1800"/>
          </a:p>
        </p:txBody>
      </p:sp>
      <p:sp>
        <p:nvSpPr>
          <p:cNvPr id="11" name="Text 9">
            <a:extLst>
              <a:ext uri="{FF2B5EF4-FFF2-40B4-BE49-F238E27FC236}">
                <a16:creationId xmlns:a16="http://schemas.microsoft.com/office/drawing/2014/main" id="{8C5448E9-03E4-4104-B219-AFB6D728CEF3}"/>
              </a:ext>
            </a:extLst>
          </p:cNvPr>
          <p:cNvSpPr>
            <a:spLocks noGrp="1"/>
          </p:cNvSpPr>
          <p:nvPr/>
        </p:nvSpPr>
        <p:spPr>
          <a:xfrm>
            <a:off x="4595316" y="3105150"/>
            <a:ext cx="3091510" cy="730250"/>
          </a:xfrm>
          <a:prstGeom prst="rect">
            <a:avLst/>
          </a:prstGeom>
          <a:noFill/>
        </p:spPr>
        <p:txBody>
          <a:bodyPr wrap="square" lIns="0" tIns="0" rIns="0" bIns="0" anchor="t">
            <a:normAutofit/>
          </a:bodyPr>
          <a:lstStyle/>
          <a:p>
            <a:pPr marL="0" indent="0" algn="l">
              <a:lnSpc>
                <a:spcPts val="1890"/>
              </a:lnSpc>
              <a:buNone/>
            </a:pPr>
            <a:r>
              <a:rPr sz="1400">
                <a:solidFill>
                  <a:srgbClr val="55606B"/>
                </a:solidFill>
                <a:latin typeface="Arial"/>
                <a:ea typeface="Arial"/>
                <a:cs typeface="Arial"/>
              </a:rPr>
              <a:t>Verificar con planificación cuándo están disponibles los predictores; la fuente histórica no registra esos tiempos.</a:t>
            </a:r>
            <a:endParaRPr sz="1400"/>
          </a:p>
        </p:txBody>
      </p:sp>
      <p:sp>
        <p:nvSpPr>
          <p:cNvPr id="12" name="Shape 10">
            <a:extLst>
              <a:ext uri="{FF2B5EF4-FFF2-40B4-BE49-F238E27FC236}">
                <a16:creationId xmlns:a16="http://schemas.microsoft.com/office/drawing/2014/main" id="{94389FF3-C32C-47DD-971C-810D7856493F}"/>
              </a:ext>
            </a:extLst>
          </p:cNvPr>
          <p:cNvSpPr>
            <a:spLocks noGrp="1"/>
          </p:cNvSpPr>
          <p:nvPr/>
        </p:nvSpPr>
        <p:spPr>
          <a:xfrm>
            <a:off x="7961908" y="1990725"/>
            <a:ext cx="3414216" cy="2025650"/>
          </a:xfrm>
          <a:prstGeom prst="roundRect">
            <a:avLst>
              <a:gd name="adj" fmla="val 4859"/>
            </a:avLst>
          </a:prstGeom>
          <a:solidFill>
            <a:srgbClr val="FBFAF6"/>
          </a:solidFill>
          <a:ln w="6350">
            <a:solidFill>
              <a:srgbClr val="DAD6C8"/>
            </a:solidFill>
            <a:prstDash val="solid"/>
          </a:ln>
        </p:spPr>
        <p:txBody>
          <a:bodyPr/>
          <a:lstStyle/>
          <a:p>
            <a:endParaRPr/>
          </a:p>
        </p:txBody>
      </p:sp>
      <p:sp>
        <p:nvSpPr>
          <p:cNvPr id="13" name="Text 11">
            <a:extLst>
              <a:ext uri="{FF2B5EF4-FFF2-40B4-BE49-F238E27FC236}">
                <a16:creationId xmlns:a16="http://schemas.microsoft.com/office/drawing/2014/main" id="{263BDFEF-A5F9-4364-A2E2-C177B1C72983}"/>
              </a:ext>
            </a:extLst>
          </p:cNvPr>
          <p:cNvSpPr>
            <a:spLocks noGrp="1"/>
          </p:cNvSpPr>
          <p:nvPr/>
        </p:nvSpPr>
        <p:spPr>
          <a:xfrm>
            <a:off x="8168283" y="2197100"/>
            <a:ext cx="3091510" cy="482600"/>
          </a:xfrm>
          <a:prstGeom prst="rect">
            <a:avLst/>
          </a:prstGeom>
          <a:noFill/>
        </p:spPr>
        <p:txBody>
          <a:bodyPr wrap="square" lIns="0" tIns="0" rIns="0" bIns="0" anchor="t">
            <a:normAutofit/>
          </a:bodyPr>
          <a:lstStyle/>
          <a:p>
            <a:pPr marL="0" indent="0" algn="l">
              <a:lnSpc>
                <a:spcPts val="3600"/>
              </a:lnSpc>
              <a:buNone/>
            </a:pPr>
            <a:r>
              <a:rPr sz="3600" b="1">
                <a:solidFill>
                  <a:srgbClr val="176B7B"/>
                </a:solidFill>
                <a:latin typeface="Arial"/>
                <a:ea typeface="Arial"/>
                <a:cs typeface="Arial"/>
              </a:rPr>
              <a:t>3</a:t>
            </a:r>
            <a:endParaRPr sz="3600"/>
          </a:p>
        </p:txBody>
      </p:sp>
      <p:sp>
        <p:nvSpPr>
          <p:cNvPr id="14" name="Text 12">
            <a:extLst>
              <a:ext uri="{FF2B5EF4-FFF2-40B4-BE49-F238E27FC236}">
                <a16:creationId xmlns:a16="http://schemas.microsoft.com/office/drawing/2014/main" id="{720A9D82-E447-4003-AA59-B37E9FC1E62E}"/>
              </a:ext>
            </a:extLst>
          </p:cNvPr>
          <p:cNvSpPr>
            <a:spLocks noGrp="1"/>
          </p:cNvSpPr>
          <p:nvPr/>
        </p:nvSpPr>
        <p:spPr>
          <a:xfrm>
            <a:off x="8168283" y="2743200"/>
            <a:ext cx="3091510" cy="298450"/>
          </a:xfrm>
          <a:prstGeom prst="rect">
            <a:avLst/>
          </a:prstGeom>
          <a:noFill/>
        </p:spPr>
        <p:txBody>
          <a:bodyPr wrap="square" lIns="0" tIns="0" rIns="0" bIns="0" anchor="t">
            <a:normAutofit/>
          </a:bodyPr>
          <a:lstStyle/>
          <a:p>
            <a:pPr marL="0" indent="0" algn="l">
              <a:lnSpc>
                <a:spcPts val="2160"/>
              </a:lnSpc>
              <a:buNone/>
            </a:pPr>
            <a:r>
              <a:rPr sz="1800" b="1">
                <a:solidFill>
                  <a:srgbClr val="16222F"/>
                </a:solidFill>
                <a:latin typeface="Arial"/>
                <a:ea typeface="Arial"/>
                <a:cs typeface="Arial"/>
              </a:rPr>
              <a:t>Piloto y evaluación</a:t>
            </a:r>
            <a:endParaRPr sz="1800"/>
          </a:p>
        </p:txBody>
      </p:sp>
      <p:sp>
        <p:nvSpPr>
          <p:cNvPr id="15" name="Text 13">
            <a:extLst>
              <a:ext uri="{FF2B5EF4-FFF2-40B4-BE49-F238E27FC236}">
                <a16:creationId xmlns:a16="http://schemas.microsoft.com/office/drawing/2014/main" id="{694E868D-7D40-4716-8EA9-0B76095BC76E}"/>
              </a:ext>
            </a:extLst>
          </p:cNvPr>
          <p:cNvSpPr>
            <a:spLocks noGrp="1"/>
          </p:cNvSpPr>
          <p:nvPr/>
        </p:nvSpPr>
        <p:spPr>
          <a:xfrm>
            <a:off x="8168283" y="3105150"/>
            <a:ext cx="3091510" cy="730250"/>
          </a:xfrm>
          <a:prstGeom prst="rect">
            <a:avLst/>
          </a:prstGeom>
          <a:noFill/>
        </p:spPr>
        <p:txBody>
          <a:bodyPr wrap="square" lIns="0" tIns="0" rIns="0" bIns="0" anchor="t">
            <a:normAutofit/>
          </a:bodyPr>
          <a:lstStyle/>
          <a:p>
            <a:pPr marL="0" indent="0" algn="l">
              <a:lnSpc>
                <a:spcPts val="1890"/>
              </a:lnSpc>
              <a:buNone/>
            </a:pPr>
            <a:r>
              <a:rPr sz="1400">
                <a:solidFill>
                  <a:srgbClr val="55606B"/>
                </a:solidFill>
                <a:latin typeface="Arial"/>
                <a:ea typeface="Arial"/>
                <a:cs typeface="Arial"/>
              </a:rPr>
              <a:t>Definir umbrales de alerta, medir calibración e impacto, y evaluar en un periodo no usado durante el desarrollo.</a:t>
            </a:r>
            <a:endParaRPr sz="1400"/>
          </a:p>
        </p:txBody>
      </p:sp>
      <p:sp>
        <p:nvSpPr>
          <p:cNvPr id="16" name="Shape 14">
            <a:extLst>
              <a:ext uri="{FF2B5EF4-FFF2-40B4-BE49-F238E27FC236}">
                <a16:creationId xmlns:a16="http://schemas.microsoft.com/office/drawing/2014/main" id="{F0645B31-11CC-41B7-A757-929B8F5D8727}"/>
              </a:ext>
            </a:extLst>
          </p:cNvPr>
          <p:cNvSpPr>
            <a:spLocks noGrp="1"/>
          </p:cNvSpPr>
          <p:nvPr/>
        </p:nvSpPr>
        <p:spPr>
          <a:xfrm>
            <a:off x="812800" y="4273550"/>
            <a:ext cx="10566400" cy="1054100"/>
          </a:xfrm>
          <a:prstGeom prst="roundRect">
            <a:avLst>
              <a:gd name="adj" fmla="val 9639"/>
            </a:avLst>
          </a:prstGeom>
          <a:solidFill>
            <a:srgbClr val="13243B"/>
          </a:solidFill>
        </p:spPr>
        <p:txBody>
          <a:bodyPr/>
          <a:lstStyle/>
          <a:p>
            <a:endParaRPr/>
          </a:p>
        </p:txBody>
      </p:sp>
      <p:sp>
        <p:nvSpPr>
          <p:cNvPr id="17" name="Text 15">
            <a:extLst>
              <a:ext uri="{FF2B5EF4-FFF2-40B4-BE49-F238E27FC236}">
                <a16:creationId xmlns:a16="http://schemas.microsoft.com/office/drawing/2014/main" id="{F87F0189-7846-4863-8538-3A13833E286A}"/>
              </a:ext>
            </a:extLst>
          </p:cNvPr>
          <p:cNvSpPr>
            <a:spLocks noGrp="1"/>
          </p:cNvSpPr>
          <p:nvPr/>
        </p:nvSpPr>
        <p:spPr>
          <a:xfrm>
            <a:off x="1092200" y="4502150"/>
            <a:ext cx="10307828" cy="323850"/>
          </a:xfrm>
          <a:prstGeom prst="rect">
            <a:avLst/>
          </a:prstGeom>
          <a:noFill/>
        </p:spPr>
        <p:txBody>
          <a:bodyPr wrap="square" lIns="0" tIns="0" rIns="0" bIns="0" anchor="t">
            <a:normAutofit/>
          </a:bodyPr>
          <a:lstStyle/>
          <a:p>
            <a:pPr marL="0" indent="0" algn="l">
              <a:lnSpc>
                <a:spcPts val="2375"/>
              </a:lnSpc>
              <a:buNone/>
            </a:pPr>
            <a:r>
              <a:rPr sz="1900" b="1">
                <a:solidFill>
                  <a:srgbClr val="E9A23B"/>
                </a:solidFill>
                <a:latin typeface="Arial"/>
                <a:ea typeface="Arial"/>
                <a:cs typeface="Arial"/>
              </a:rPr>
              <a:t>Datos de EE. UU.; Colombia requiere validación local.</a:t>
            </a:r>
            <a:endParaRPr sz="1900"/>
          </a:p>
        </p:txBody>
      </p:sp>
      <p:sp>
        <p:nvSpPr>
          <p:cNvPr id="18" name="Text 16">
            <a:extLst>
              <a:ext uri="{FF2B5EF4-FFF2-40B4-BE49-F238E27FC236}">
                <a16:creationId xmlns:a16="http://schemas.microsoft.com/office/drawing/2014/main" id="{EDD9CB83-9769-4817-9F67-5BE210B2ADF8}"/>
              </a:ext>
            </a:extLst>
          </p:cNvPr>
          <p:cNvSpPr>
            <a:spLocks noGrp="1"/>
          </p:cNvSpPr>
          <p:nvPr/>
        </p:nvSpPr>
        <p:spPr>
          <a:xfrm>
            <a:off x="1092200" y="4864100"/>
            <a:ext cx="10307828" cy="260350"/>
          </a:xfrm>
          <a:prstGeom prst="rect">
            <a:avLst/>
          </a:prstGeom>
          <a:noFill/>
        </p:spPr>
        <p:txBody>
          <a:bodyPr wrap="square" lIns="0" tIns="0" rIns="0" bIns="0" anchor="t">
            <a:normAutofit/>
          </a:bodyPr>
          <a:lstStyle/>
          <a:p>
            <a:pPr marL="0" indent="0" algn="l">
              <a:lnSpc>
                <a:spcPts val="1890"/>
              </a:lnSpc>
              <a:buNone/>
            </a:pPr>
            <a:r>
              <a:rPr sz="1400">
                <a:solidFill>
                  <a:srgbClr val="B8C4D2"/>
                </a:solidFill>
                <a:latin typeface="Arial"/>
                <a:ea typeface="Arial"/>
                <a:cs typeface="Arial"/>
              </a:rPr>
              <a:t>Propuesta: puntuar todos los vuelos y alertar los riesgos altos.</a:t>
            </a:r>
            <a:endParaRPr sz="1400"/>
          </a:p>
        </p:txBody>
      </p:sp>
      <p:sp>
        <p:nvSpPr>
          <p:cNvPr id="19" name="Text 17">
            <a:extLst>
              <a:ext uri="{FF2B5EF4-FFF2-40B4-BE49-F238E27FC236}">
                <a16:creationId xmlns:a16="http://schemas.microsoft.com/office/drawing/2014/main" id="{5A281EA0-74C9-49BC-A110-949BACD1D6B3}"/>
              </a:ext>
            </a:extLst>
          </p:cNvPr>
          <p:cNvSpPr>
            <a:spLocks noGrp="1"/>
          </p:cNvSpPr>
          <p:nvPr/>
        </p:nvSpPr>
        <p:spPr>
          <a:xfrm>
            <a:off x="812800" y="6242050"/>
            <a:ext cx="9810750" cy="234950"/>
          </a:xfrm>
          <a:prstGeom prst="rect">
            <a:avLst/>
          </a:prstGeom>
          <a:noFill/>
        </p:spPr>
        <p:txBody>
          <a:bodyPr wrap="square" lIns="0" tIns="0" rIns="0" bIns="0" anchor="t">
            <a:normAutofit/>
          </a:bodyPr>
          <a:lstStyle/>
          <a:p>
            <a:pPr marL="0" indent="0" algn="l">
              <a:lnSpc>
                <a:spcPts val="1680"/>
              </a:lnSpc>
              <a:buNone/>
            </a:pPr>
            <a:r>
              <a:rPr sz="1200">
                <a:solidFill>
                  <a:srgbClr val="55606B"/>
                </a:solidFill>
                <a:latin typeface="Arial"/>
                <a:ea typeface="Arial"/>
                <a:cs typeface="Arial"/>
              </a:rPr>
              <a:t>Priorización de vuelos con riesgo de retraso · Herramientas de Big Data · Universidad de La Sabana</a:t>
            </a:r>
            <a:endParaRPr sz="1200"/>
          </a:p>
        </p:txBody>
      </p:sp>
      <p:sp>
        <p:nvSpPr>
          <p:cNvPr id="20" name="Text 18">
            <a:extLst>
              <a:ext uri="{FF2B5EF4-FFF2-40B4-BE49-F238E27FC236}">
                <a16:creationId xmlns:a16="http://schemas.microsoft.com/office/drawing/2014/main" id="{E0B62688-9E3B-456D-90D7-56797AE06964}"/>
              </a:ext>
            </a:extLst>
          </p:cNvPr>
          <p:cNvSpPr>
            <a:spLocks noGrp="1"/>
          </p:cNvSpPr>
          <p:nvPr/>
        </p:nvSpPr>
        <p:spPr>
          <a:xfrm>
            <a:off x="10693400" y="6242050"/>
            <a:ext cx="685800" cy="234950"/>
          </a:xfrm>
          <a:prstGeom prst="rect">
            <a:avLst/>
          </a:prstGeom>
          <a:noFill/>
        </p:spPr>
        <p:txBody>
          <a:bodyPr wrap="square" lIns="0" tIns="0" rIns="0" bIns="0" anchor="t">
            <a:normAutofit/>
          </a:bodyPr>
          <a:lstStyle/>
          <a:p>
            <a:pPr marL="0" indent="0" algn="r">
              <a:lnSpc>
                <a:spcPts val="1680"/>
              </a:lnSpc>
              <a:buNone/>
            </a:pPr>
            <a:r>
              <a:rPr sz="1200">
                <a:solidFill>
                  <a:srgbClr val="55606B"/>
                </a:solidFill>
                <a:latin typeface="Arial"/>
                <a:ea typeface="Arial"/>
                <a:cs typeface="Arial"/>
              </a:rPr>
              <a:t>12</a:t>
            </a:r>
            <a:endParaRPr sz="1200"/>
          </a:p>
        </p:txBody>
      </p:sp>
    </p:spTree>
    <p:extLst>
      <p:ext uri="{BB962C8B-B14F-4D97-AF65-F5344CB8AC3E}">
        <p14:creationId xmlns:p14="http://schemas.microsoft.com/office/powerpoint/2010/main" val="263377663"/>
      </p:ext>
    </p:extLst>
  </p:cSld>
  <p:clrMapOvr>
    <a:masterClrMapping/>
  </p:clrMapOvr>
</p:sld>
</file>

<file path=ppt/theme/theme1.xml><?xml version="1.0" encoding="utf-8"?>
<a:theme xmlns:a="http://schemas.openxmlformats.org/drawingml/2006/main" name="Priorización de vuelos con riesgo de retraso">
  <a:themeElements>
    <a:clrScheme name="Priorización de vuelos con riesgo de retraso">
      <a:dk1>
        <a:srgbClr val="16222F"/>
      </a:dk1>
      <a:lt1>
        <a:srgbClr val="F5F3EC"/>
      </a:lt1>
      <a:dk2>
        <a:srgbClr val="4E565E"/>
      </a:dk2>
      <a:lt2>
        <a:srgbClr val="DFDED9"/>
      </a:lt2>
      <a:accent1>
        <a:srgbClr val="E9A23B"/>
      </a:accent1>
      <a:accent2>
        <a:srgbClr val="176B7B"/>
      </a:accent2>
      <a:accent3>
        <a:srgbClr val="1D3452"/>
      </a:accent3>
      <a:accent4>
        <a:srgbClr val="8A5A0A"/>
      </a:accent4>
      <a:accent5>
        <a:srgbClr val="8FA3B8"/>
      </a:accent5>
      <a:accent6>
        <a:srgbClr val="CFCBBE"/>
      </a:accent6>
      <a:hlink>
        <a:srgbClr val="0563C1"/>
      </a:hlink>
      <a:folHlink>
        <a:srgbClr val="954F72"/>
      </a:folHlink>
    </a:clrScheme>
    <a:fontScheme name="Priorización de vuelos con riesgo de retras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riorización de vuelos con riesgo de retraso">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Priorización de vuelos con riesgo de retraso">
  <a:themeElements>
    <a:clrScheme name="Priorización de vuelos con riesgo de retraso">
      <a:dk1>
        <a:srgbClr val="16222F"/>
      </a:dk1>
      <a:lt1>
        <a:srgbClr val="F5F3EC"/>
      </a:lt1>
      <a:dk2>
        <a:srgbClr val="4E565E"/>
      </a:dk2>
      <a:lt2>
        <a:srgbClr val="DFDED9"/>
      </a:lt2>
      <a:accent1>
        <a:srgbClr val="E9A23B"/>
      </a:accent1>
      <a:accent2>
        <a:srgbClr val="176B7B"/>
      </a:accent2>
      <a:accent3>
        <a:srgbClr val="1D3452"/>
      </a:accent3>
      <a:accent4>
        <a:srgbClr val="8A5A0A"/>
      </a:accent4>
      <a:accent5>
        <a:srgbClr val="8FA3B8"/>
      </a:accent5>
      <a:accent6>
        <a:srgbClr val="CFCBBE"/>
      </a:accent6>
      <a:hlink>
        <a:srgbClr val="0563C1"/>
      </a:hlink>
      <a:folHlink>
        <a:srgbClr val="954F72"/>
      </a:folHlink>
    </a:clrScheme>
    <a:fontScheme name="Priorización de vuelos con riesgo de retras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riorización de vuelos con riesgo de retraso">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3903</Words>
  <Application>Microsoft Office PowerPoint</Application>
  <DocSecurity>0</DocSecurity>
  <PresentationFormat>Panorámica</PresentationFormat>
  <Paragraphs>236</Paragraphs>
  <Slides>13</Slides>
  <Notes>13</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13</vt:i4>
      </vt:variant>
    </vt:vector>
  </HeadingPairs>
  <TitlesOfParts>
    <vt:vector size="15" baseType="lpstr">
      <vt:lpstr>Arial</vt:lpstr>
      <vt:lpstr>Priorización de vuelos con riesgo de retraso</vt:lpstr>
      <vt:lpstr>Priorización de vuelos con riesgo de retraso</vt:lpstr>
      <vt:lpstr>Todos los vuelos reciben una puntuación de riesgo</vt:lpstr>
      <vt:lpstr>El Parquet analítico sin 2020 pesa 0,679 GB</vt:lpstr>
      <vt:lpstr>Los retrasos se acumulan durante el día</vt:lpstr>
      <vt:lpstr>2020 se excluye de todo análisis</vt:lpstr>
      <vt:lpstr>Lo que no se sabe antes de salir no entra al modelo</vt:lpstr>
      <vt:lpstr>Cómo construimos la solución</vt:lpstr>
      <vt:lpstr>Comparación retrospectiva del top 10 % de riesgo</vt:lpstr>
      <vt:lpstr>Una ayuda para ordenar, no una bola de cristal</vt:lpstr>
      <vt:lpstr>Presentación de PowerPoint</vt:lpstr>
      <vt:lpstr>Flujo Prefect para repetir la analítica mensual</vt:lpstr>
      <vt:lpstr>Salida analítica preparada; despliegue pendiente</vt:lpstr>
      <vt:lpstr>Pasos para evaluar una aplicación en Colombia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Angela Arias</cp:lastModifiedBy>
  <cp:revision>1</cp:revision>
  <dcterms:created xsi:type="dcterms:W3CDTF">2026-10-21T20:37:25Z</dcterms:created>
  <dcterms:modified xsi:type="dcterms:W3CDTF">2026-10-24T22:57:59Z</dcterms:modified>
</cp:coreProperties>
</file>
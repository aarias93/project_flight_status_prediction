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58ea61949944dd9" /><Relationship Type="http://schemas.openxmlformats.org/officeDocument/2006/relationships/extended-properties" Target="/docProps/app.xml" Id="Raa28fe8c3903460d" /><Relationship Type="http://schemas.openxmlformats.org/officeDocument/2006/relationships/officeDocument" Target="/ppt/presentation.xml" Id="Ra3e733d34abd4aa9" /></Relationships>
</file>

<file path=ppt/presentation.xml><?xml version="1.0" encoding="utf-8"?>
<p:presentation xmlns:p="http://schemas.openxmlformats.org/presentationml/2006/main">
  <p:sldMasterIdLst>
    <p:sldMasterId xmlns:r="http://schemas.openxmlformats.org/officeDocument/2006/relationships" id="2147483648" r:id="R4942ddb3e3554bdf"/>
  </p:sldMasterIdLst>
  <p:notesMasterIdLst>
    <p:notesMasterId xmlns:r="http://schemas.openxmlformats.org/officeDocument/2006/relationships" r:id="R2fcccf68cbe54ac5"/>
  </p:notesMasterIdLst>
  <p:sldIdLst>
    <p:sldId xmlns:r="http://schemas.openxmlformats.org/officeDocument/2006/relationships" id="256" r:id="Rcb0b5147e81945a3"/>
    <p:sldId xmlns:r="http://schemas.openxmlformats.org/officeDocument/2006/relationships" id="257" r:id="Ra397bd1150364a5b"/>
    <p:sldId xmlns:r="http://schemas.openxmlformats.org/officeDocument/2006/relationships" id="258" r:id="R6de9b6689754445f"/>
    <p:sldId xmlns:r="http://schemas.openxmlformats.org/officeDocument/2006/relationships" id="259" r:id="Rcab63651f9834fea"/>
    <p:sldId xmlns:r="http://schemas.openxmlformats.org/officeDocument/2006/relationships" id="260" r:id="Rf16b9967bfb94d5b"/>
    <p:sldId xmlns:r="http://schemas.openxmlformats.org/officeDocument/2006/relationships" id="261" r:id="Rf7a1c3042bbf4060"/>
    <p:sldId xmlns:r="http://schemas.openxmlformats.org/officeDocument/2006/relationships" id="262" r:id="R40dccf19907c40f2"/>
    <p:sldId xmlns:r="http://schemas.openxmlformats.org/officeDocument/2006/relationships" id="263" r:id="R2018b8e3a5e24682"/>
    <p:sldId xmlns:r="http://schemas.openxmlformats.org/officeDocument/2006/relationships" id="264" r:id="R730002256b2a4865"/>
    <p:sldId xmlns:r="http://schemas.openxmlformats.org/officeDocument/2006/relationships" id="265" r:id="Ra5c123e33c964140"/>
    <p:sldId xmlns:r="http://schemas.openxmlformats.org/officeDocument/2006/relationships" id="266" r:id="R84147e0cc6724b0e"/>
    <p:sldId xmlns:r="http://schemas.openxmlformats.org/officeDocument/2006/relationships" id="267" r:id="R321b2e5edb794632"/>
    <p:sldId xmlns:r="http://schemas.openxmlformats.org/officeDocument/2006/relationships" id="268" r:id="Re3ac5a57d2df457c"/>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63c68f4ed3a490d" /><Relationship Type="http://schemas.openxmlformats.org/officeDocument/2006/relationships/slideMaster" Target="/ppt/slideMasters/slideMaster1.xml" Id="R4942ddb3e3554bdf" /><Relationship Type="http://schemas.openxmlformats.org/officeDocument/2006/relationships/notesMaster" Target="/ppt/notesMasters/notesMaster1.xml" Id="R2fcccf68cbe54ac5" /><Relationship Type="http://schemas.openxmlformats.org/officeDocument/2006/relationships/presProps" Target="/ppt/presProps.xml" Id="R43f3648afbd24adc" /><Relationship Type="http://schemas.openxmlformats.org/officeDocument/2006/relationships/viewProps" Target="/ppt/viewProps.xml" Id="R37241f6a67f7499d" /><Relationship Type="http://schemas.openxmlformats.org/officeDocument/2006/relationships/tableStyles" Target="/ppt/tableStyles.xml" Id="R1808528e4a384cdd" /><Relationship Type="http://schemas.openxmlformats.org/officeDocument/2006/relationships/slide" Target="/ppt/slides/slide1.xml" Id="Rcb0b5147e81945a3" /><Relationship Type="http://schemas.openxmlformats.org/officeDocument/2006/relationships/slide" Target="/ppt/slides/slide2.xml" Id="Ra397bd1150364a5b" /><Relationship Type="http://schemas.openxmlformats.org/officeDocument/2006/relationships/slide" Target="/ppt/slides/slide3.xml" Id="R6de9b6689754445f" /><Relationship Type="http://schemas.openxmlformats.org/officeDocument/2006/relationships/slide" Target="/ppt/slides/slide4.xml" Id="Rcab63651f9834fea" /><Relationship Type="http://schemas.openxmlformats.org/officeDocument/2006/relationships/slide" Target="/ppt/slides/slide5.xml" Id="Rf16b9967bfb94d5b" /><Relationship Type="http://schemas.openxmlformats.org/officeDocument/2006/relationships/slide" Target="/ppt/slides/slide6.xml" Id="Rf7a1c3042bbf4060" /><Relationship Type="http://schemas.openxmlformats.org/officeDocument/2006/relationships/slide" Target="/ppt/slides/slide7.xml" Id="R40dccf19907c40f2" /><Relationship Type="http://schemas.openxmlformats.org/officeDocument/2006/relationships/slide" Target="/ppt/slides/slide8.xml" Id="R2018b8e3a5e24682" /><Relationship Type="http://schemas.openxmlformats.org/officeDocument/2006/relationships/slide" Target="/ppt/slides/slide9.xml" Id="R730002256b2a4865" /><Relationship Type="http://schemas.openxmlformats.org/officeDocument/2006/relationships/slide" Target="/ppt/slides/slide10.xml" Id="Ra5c123e33c964140" /><Relationship Type="http://schemas.openxmlformats.org/officeDocument/2006/relationships/slide" Target="/ppt/slides/slide11.xml" Id="R84147e0cc6724b0e" /><Relationship Type="http://schemas.openxmlformats.org/officeDocument/2006/relationships/slide" Target="/ppt/slides/slide12.xml" Id="R321b2e5edb794632" /><Relationship Type="http://schemas.openxmlformats.org/officeDocument/2006/relationships/slide" Target="/ppt/slides/slide13.xml" Id="Re3ac5a57d2df457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b6f28392fc240f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Priorización de vuelos con riesgo de retraso">
  <a:themeElements>
    <a:clrScheme name="Priorización de vuelos con riesgo de retraso">
      <a:dk1>
        <a:srgbClr val="16222F"/>
      </a:dk1>
      <a:lt1>
        <a:srgbClr val="F5F3EC"/>
      </a:lt1>
      <a:dk2>
        <a:srgbClr val="4E565E"/>
      </a:dk2>
      <a:lt2>
        <a:srgbClr val="DFDED9"/>
      </a:lt2>
      <a:accent1>
        <a:srgbClr val="E9A23B"/>
      </a:accent1>
      <a:accent2>
        <a:srgbClr val="176B7B"/>
      </a:accent2>
      <a:accent3>
        <a:srgbClr val="1D3452"/>
      </a:accent3>
      <a:accent4>
        <a:srgbClr val="8A5A0A"/>
      </a:accent4>
      <a:accent5>
        <a:srgbClr val="8FA3B8"/>
      </a:accent5>
      <a:accent6>
        <a:srgbClr val="CFCBBE"/>
      </a:accent6>
      <a:hlink>
        <a:srgbClr val="0563C1"/>
      </a:hlink>
      <a:folHlink>
        <a:srgbClr val="954F72"/>
      </a:folHlink>
    </a:clrScheme>
    <a:fontScheme name="Priorización de vuelos con riesgo de retras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riorización de vuelos con riesgo de retraso">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e55702d67d456d" /><Relationship Type="http://schemas.openxmlformats.org/officeDocument/2006/relationships/notesMaster" Target="/ppt/notesMasters/notesMaster1.xml" Id="Rea8b2b2edba3487d" /></Relationships>
</file>

<file path=ppt/notesSlides/_rels/notesSlide2.xml.rels>&#65279;<?xml version="1.0" encoding="utf-8"?><Relationships xmlns="http://schemas.openxmlformats.org/package/2006/relationships"><Relationship Type="http://schemas.openxmlformats.org/officeDocument/2006/relationships/slide" Target="/ppt/slides/slide2.xml" Id="Rab096008da99449b" /><Relationship Type="http://schemas.openxmlformats.org/officeDocument/2006/relationships/notesMaster" Target="/ppt/notesMasters/notesMaster1.xml" Id="R763736df880645ee" /></Relationships>
</file>

<file path=ppt/notesSlides/_rels/notesSlide3.xml.rels>&#65279;<?xml version="1.0" encoding="utf-8"?><Relationships xmlns="http://schemas.openxmlformats.org/package/2006/relationships"><Relationship Type="http://schemas.openxmlformats.org/officeDocument/2006/relationships/slide" Target="/ppt/slides/slide3.xml" Id="R52fcbb9dee48454e" /><Relationship Type="http://schemas.openxmlformats.org/officeDocument/2006/relationships/notesMaster" Target="/ppt/notesMasters/notesMaster1.xml" Id="R4d5c8c443269410a" /></Relationships>
</file>

<file path=ppt/notesSlides/_rels/notesSlide4.xml.rels>&#65279;<?xml version="1.0" encoding="utf-8"?><Relationships xmlns="http://schemas.openxmlformats.org/package/2006/relationships"><Relationship Type="http://schemas.openxmlformats.org/officeDocument/2006/relationships/slide" Target="/ppt/slides/slide4.xml" Id="R9534234501bf4e0c" /><Relationship Type="http://schemas.openxmlformats.org/officeDocument/2006/relationships/notesMaster" Target="/ppt/notesMasters/notesMaster1.xml" Id="R19ffcee7a15b4e18" /></Relationships>
</file>

<file path=ppt/notesSlides/_rels/notesSlide5.xml.rels>&#65279;<?xml version="1.0" encoding="utf-8"?><Relationships xmlns="http://schemas.openxmlformats.org/package/2006/relationships"><Relationship Type="http://schemas.openxmlformats.org/officeDocument/2006/relationships/slide" Target="/ppt/slides/slide5.xml" Id="Rec44d59008114fc6" /><Relationship Type="http://schemas.openxmlformats.org/officeDocument/2006/relationships/notesMaster" Target="/ppt/notesMasters/notesMaster1.xml" Id="Rc5a602eb5fe64cfe" /></Relationships>
</file>

<file path=ppt/notesSlides/_rels/notesSlide6.xml.rels>&#65279;<?xml version="1.0" encoding="utf-8"?><Relationships xmlns="http://schemas.openxmlformats.org/package/2006/relationships"><Relationship Type="http://schemas.openxmlformats.org/officeDocument/2006/relationships/slide" Target="/ppt/slides/slide6.xml" Id="Rb9d74c22c7944bb0" /><Relationship Type="http://schemas.openxmlformats.org/officeDocument/2006/relationships/notesMaster" Target="/ppt/notesMasters/notesMaster1.xml" Id="Rb919e5e161bc45df" /></Relationships>
</file>

<file path=ppt/notesSlides/_rels/notesSlide7.xml.rels>&#65279;<?xml version="1.0" encoding="utf-8"?><Relationships xmlns="http://schemas.openxmlformats.org/package/2006/relationships"><Relationship Type="http://schemas.openxmlformats.org/officeDocument/2006/relationships/slide" Target="/ppt/slides/slide7.xml" Id="R9488fe88e1db42f1" /><Relationship Type="http://schemas.openxmlformats.org/officeDocument/2006/relationships/notesMaster" Target="/ppt/notesMasters/notesMaster1.xml" Id="Rce21b35e9050427d" /></Relationships>
</file>

<file path=ppt/notesSlides/_rels/notesSlide8.xml.rels>&#65279;<?xml version="1.0" encoding="utf-8"?><Relationships xmlns="http://schemas.openxmlformats.org/package/2006/relationships"><Relationship Type="http://schemas.openxmlformats.org/officeDocument/2006/relationships/slide" Target="/ppt/slides/slide8.xml" Id="Rb7c9d3a590954fa3" /><Relationship Type="http://schemas.openxmlformats.org/officeDocument/2006/relationships/notesMaster" Target="/ppt/notesMasters/notesMaster1.xml" Id="Rfeb59aa45e034161" /></Relationships>
</file>

<file path=ppt/notesSlides/_rels/notesSlide9.xml.rels>&#65279;<?xml version="1.0" encoding="utf-8"?><Relationships xmlns="http://schemas.openxmlformats.org/package/2006/relationships"><Relationship Type="http://schemas.openxmlformats.org/officeDocument/2006/relationships/slide" Target="/ppt/slides/slide9.xml" Id="R7b1fcb9bf3c547d7" /><Relationship Type="http://schemas.openxmlformats.org/officeDocument/2006/relationships/notesMaster" Target="/ppt/notesMasters/notesMaster1.xml" Id="Rc66efe01dd56468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35ab9a5342b44b4" /><Relationship Type="http://schemas.openxmlformats.org/officeDocument/2006/relationships/notesMaster" Target="/ppt/notesMasters/notesMaster1.xml" Id="R8975f858408d498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1ae61fca55a4c5d" /><Relationship Type="http://schemas.openxmlformats.org/officeDocument/2006/relationships/notesMaster" Target="/ppt/notesMasters/notesMaster1.xml" Id="R135eb450db84485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0e649f8a9c0491e" /><Relationship Type="http://schemas.openxmlformats.org/officeDocument/2006/relationships/notesMaster" Target="/ppt/notesMasters/notesMaster1.xml" Id="R8134cac31fe5426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ac6de23f7db4b29" /><Relationship Type="http://schemas.openxmlformats.org/officeDocument/2006/relationships/notesMaster" Target="/ppt/notesMasters/notesMaster1.xml" Id="Rf0f7a11f3a734db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APERTURA (20 s). "Una aerolínea no puede vigilar todos sus vuelos. Nuestro proyecto le dice cuáles vigilar primero." Preséntense (nombres y materia) y anuncien el recorrido: el problema, lo que aprendimos de los datos, la solución y sus resultados, cómo funciona sin intervención manual y qué recomendamos. Duración total prevista: 10 a 12 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1 · EL PROBLEMA (1 min) "Imaginen que son el equipo de operaciones de una aerolínea. El equipo solo puede hacer seguimiento preventivo a una fracción de los vuelos. Si elige al azar, uno de cada cinco que revise se retrasará. La pregunta es si podemos hacerlo mejor usando solo lo que se sabe antes de la salida." Mensaje clave: el valor está en priorizar, no en adivinar. Aclaraciones por si preguntan: - Retraso = llegar 15 minutos o más tarde (variable ArrDel15). - El 10 % es una capacidad ilustrativa para comparar modelos; no viene de un cliente real. - Unidad de análisis: un vuelo programado en una fecha. El modelo no predice cancelaciones ni desvíos. - Dato del gráfico: 21,65 % de retrasos en enero–julio de 2022 (3.944.916 vuelos).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2 · LOS DATOS (1 min) "Trabajamos con 29 millones de vuelos de Estados Unidos entre 2018 y 2022. El archivo pesa 10 GB y no cabe en la memoria de un equipo normal: el nuestro tenía 8 GB de RAM y solo 1,3 GB libres. Por eso lo transformamos a un formato columnar y lo procesamos por partes." Mensaje clave: el reto era de escala y se resolvió con ingeniería. Detalles si preguntan: - La conversión a Parquet escribe en un archivo temporal, verifica que filas y columnas coincidan con el original y solo entonces lo renombra. Corta si quedan menos de 3 GB de disco. - Los tipos de dato se fijaron a mano para no perder, por ejemplo, el cero inicial de una hora como 0905. - DuckDB consulta el Parquet sin cargarlo entero, con un tope de 512 MB y un hilo. - 2022 solo llega hasta julio.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3 · LO QUE APRENDIMOS DE LOS DATOS (2 min en total: hallazgos 1, 2 y 3, diapositivas 4 a 6) HALLAZGO 1. "Antes de modelar, exploramos. Primero, los retrasos suben a lo largo del día: de 8 % a las cinco de la mañana a casi 25 % a las siete de la noche." Números del gráfico: 5 h = 8,30 %; 19 h = 24,55 %; vuelos entre las 6 y las 8 h son los más numerosos (cerca de 2 millones por hora). Cuidado: es un patrón descriptivo. Es plausible que los retrasos se acumulen durante la jornada, pero el EDA no lo demuestra. Los picos de las 2 y 3 h (23 a 24 %) corresponden a muy pocos vuelos (7.422 y 5.767). Consecuencia para el modelo: hora_salida (0 a 23) entra como variable.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HALLAZGO 2. "Segundo, 2020 fue un año atípico, con apenas 10 % de retrasos, mientras 2022 llegó a 21,6 %. El pasado no se parece al presente." Datos del EDA (vuelos operados): 2018 19,5 %; 2019 19,3 %; 2020 10,0 %; 2021 17,3 %; 2022 21,6 %. En 2020 el retraso medio de llegada fue de −4,9 minutos (en promedio, los vuelos llegaban antes de lo programado) y las cancelaciones llegaron a 5,99 % en el año (9,17 % de enero a julio), con un pico de más de 40 % en abril. Cuidado: la caída de 2020 coincide en el tiempo con la pandemia, pero estas consultas no identifican su efecto causal. Consecuencia: la tasa de retraso sube entre los periodos del proyecto (15,81 % entrenamiento, 17,27 % validación, 21,65 % prueba). Por eso se divide por tiempo: en la vida real se predice el futuro con datos del pasado. Si preguntan por 2018: tiene huecos de cobertura concentrados en algunas aerolíneas (Delta 150 mil vuelos frente a 662 mil en 2019, de enero a agosto). Por eso queda solo para exploración. El notebook aclara que esto no prueba la causa del faltante.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HALLAZGO 3. "Tercero, el retraso de salida explica casi todo el retraso de llegada, pero no lo sabemos antes de salir, así que no lo usamos. Preferimos un modelo más modesto y honesto que uno espectacular e inútil." Es la mejor defensa metodológica del proyecto. Si el modelo supiera cuánto se retrasó la salida, "predeciría" casi perfecto, pero esa información no existe en el momento en que se necesita decidir. A eso se le llama fuga de datos. Datos: Pearson DepDelay-ArrDelay = 0,963 (sobre todos los pares disponibles de vuelos operados); Spearman = 0,647 (muestra reproducible de hasta 100.000 filas completas). Las dos poblaciones de cálculo son distintas, por eso difieren. TaxiOut también se asocia con ArrDelay (0,21 en Pearson). Variables que sí entran: aerolínea operadora, origen, destino, día de la semana, hora programada de salida, distancia, duración programada y un indicador de duración faltante. Mes: se usó en la V1 y se quitó en la V2, porque los meses de validación no aparecían en el entrenamiento.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4 · CÓMO CONSTRUIMOS LA SOLUCIÓN (1,5 min) "Dejamos fuera cancelados y desviados, porque no tienen un retraso medible. Limpiamos la base hasta 28,3 millones de vuelos. Y evaluamos por tiempo: entrenamos con el pasado, validamos con 2021 y probamos con 2022, como pasaría en la vida real. Probamos primero una regresión simple y luego un modelo más flexible, y los comparamos siempre contra una referencia sencilla: el historial por aerolínea, aeropuerto y hora." Cifras del embudo (se pueden verificar en el notebook): 29.193.782 originales; excluidos 846.183 (777.265 cancelados, 68.347 desviados, 569 sin resultado y 2 cancelados y desviados a la vez); 28.347.599 válidos; se eliminan 2 registros que comparten clave y tienen etiquetas contradictorias (20 y 877 minutos de retraso, probablemente un vuelo reprogramado al día siguiente); quedan 28.347.597 en 55 archivos mensuales. Hubo además 71 duraciones programadas inválidas, que se marcan con un indicador y se imputan dentro del modelo, solo con datos de entrenamiento. Historia del modelado: la V1 (regresión logística, 400.000 vuelos) supera a la referencia histórica de forma modesta. La V2 compara logística y gradient boosting con datos de 2021 y valida en octubre a diciembre. Más etapas y hojas no ayudaron; más datos (1 millón) sí. La decisión de modelo de la V1 se escribió en un archivo antes de mirar 2022.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5 · RESULTADOS (2 min). Es la diapositiva clave. "Si la aerolínea revisa el 10 % de los vuelos, unos 394 mil, al azar encontraría unos 85 mil retrasos. Con nuestro modelo encuentra casi 164 mil: prácticamente el doble. De cada 100 vuelos que marcamos, 42 efectivamente se retrasan, contra 22 al azar. Frente a nuestra primera versión, el modelo final encuentra 32 mil retrasos más con el mismo esfuerzo." Mensaje clave: el modelo concentra el riesgo. De dónde sale cada cifra (evaluación enero–julio de 2022, 3.944.916 vuelos, 394.492 priorizados): - Al azar: 21,65 % x 394.492 = 85.404 (estimación, no es una medición del notebook). - Referencia histórica: 125.053 (tasa por aerolínea, origen y hora, calculada con 2019–2020). - Regresión logística V1: 131.777 (precisión 33,40 %, recall 15,43 %, ROC-AUC 0,6175). - Gradient boosting final (1 M de vuelos, enero–septiembre de 2021): 163.780 (precisión 41,52 %, recall 19,18 %, lift 1,92, ROC-AUC 0,6455, Average Precision 0,3346). - Diferencia frente a V1: 163.780 − 131.777 = 32.003 (+24,3 %). No digas "el modelo acierta el 41 %": es la precisión dentro del grupo priorizado, no la exactitud global. Cuidado: la V1 y el modelo final difieren en algoritmo, periodo de entrenamiento y tamaño de muestra; por eso la mejora no se atribuye solo al algoritmo.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6 · LO QUE NO RESUELVE (1 min) "Seamos claros: el modelo es una ayuda para ordenar, no una bola de cristal. Aun priorizando bien, capturamos cerca de una quinta parte de todos los retrasos, y más de la mitad de los vuelos marcados no se retrasa. Tampoco estima la tasa global: calcula 16,8 % cuando la realidad fue 21,6 %. Y no demostramos que actuar sobre una alerta evite el retraso." Cifras: recall 19,18 % (80,82 % de los retrasos queda fuera); precisión 41,52 % (58,48 % de los marcados no se retrasó); probabilidad media estimada 16,79 % frente a 21,65 % observado. Una lectura razonable de la subestimación (el notebook solo la reporta y la deja como mejora pendiente de calibración): el modelo aprendió de periodos con menos retrasos (2021) que el periodo que le tocó predecir (2022). Preséntala como interpretación, no como hecho comprobado. Para priorizar importa el orden, así que el modelo sigue siendo útil. Para dar probabilidades fiables falta calibrar. La selección del 10 % se calculó sobre todo el periodo; una aplicación diaria requeriría evaluarla dentro de los vuelos de cada jornada.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7 · QUE FUNCIONE SIN NOSOTROS, PRIMERA PARTE (1,5 min en total con la diapositiva siguiente) "Automatizamos el proceso. Cada archivo nuevo de vuelos se valida, se puntúa y se resume solo." Cómo funciona (Prefect): un flujo de cuatro tareas (validar la entrada, predecir y agregar por bloques, construir indicadores, exportar). Un programador revisa cada minuto la carpeta de entradas y calcula una huella SHA-256 del archivo, del modelo y del código: solo procesa lo nuevo o modificado, y anota el archivo como procesado únicamente cuando el flujo termina bien. Guarda sumas y no promedios, porque las sumas se pueden recombinar sin error entre bloques y archivos. Evidencia: marzo de 2022 procesó 579.953 vuelos y generó 52.802 filas de resumen; en las revisiones siguientes el sistema omitió el archivo sin cambios. Abril a julio se procesaron y validaron (los vuelos de entrada igualan los vuelos del resumen y no hay claves duplicadas). Límite que hay que decir: el flujo arranca desde Parquet ya preparado. La limpieza del CSV original, la consolidación y la carga a AWS se ejecutan por separado. No lo presentes como un flujo automático continuo de CSV a tablero. La demostración es local y requiere mantener activos el servidor y el proceso de programación.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7 · SEGUNDA PARTE: RESULTADOS EN LA NUBE Y TABLERO "Los resultados, y solo los resultados, se guardan en una base de datos en la nube con acceso restringido, y un tablero permite a los gerentes ver volumen, tasa de retraso y riesgo por mes, aerolínea y aeropuerto." Qué muestra el tablero (captura real): 3.944.916 vuelos analizados; 21,65 % con retraso de 15 minutos o más; barras de retrasos observados frente a riesgo medio estimado por mes (se ve a simple vista que el riesgo estimado queda por debajo de lo observado); top 10 de orígenes por cantidad de vuelos con retraso (DEN, ORD, ATL, DFW, CLT...); y una tabla de orígenes con mayor tasa de retraso, con un mínimo de 10.000 vuelos. Cómo se cargó: los siete resúmenes mensuales se consolidaron en 358.665 filas, con validaciones estrictas (claves únicas, sin nulos, retrasos menores o iguales a vuelos). La carga a PostgreSQL usa una tabla temporal, valida los totales y luego inserta con una operación que no duplica si se repite; todo en una transacción que se revierte si algo falla. La tabla tiene restricciones que impiden datos incoherentes. Las tasas del tablero se calculan como suma de retrasos entre suma de vuelos, no como promedio de porcentajes. Cuidado al hablar de aeropuertos: el ranking describe vuelos que salieron de ese origen y llegaron tarde a destino. No demuestra que el aeropuerto de origen haya causado el retraso. Pendiente de confirmar con el grupo: qué dimensión se presenta como "gerencia" (las disponibles son aerolínea y aeropuerto de origen).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8 · RECOMENDACIONES Y PRÓXIMOS PASOS (1 min) "Recomendamos tres pasos. Uno: piloto controlado para medir si actuar sobre las alertas reduce retrasos y cuánto cuesta. Dos: incorporar clima y restricciones de tráfico aéreo, que hoy no tenemos. Tres: calibrar el modelo y probarlo con un periodo nuevo. Con eso pasamos de un prototipo a una herramienta operativa." CIERRE (15 s): "Con la misma capacidad de revisión, casi el doble de retrasos identificados: un buen primer paso, con límites claros y una ruta definida para mejorarlo." Por qué estos tres pasos (todos salen de las limitaciones declaradas en el notebook): el proyecto no demuestra que las alertas eviten retrasos ni generen ahorro; no incorpora clima ni restricciones de tráfico aéreo (la versión de Kaggle no trae las columnas de causa del retraso); el riesgo medio estimado (16,79 %) queda por debajo de la tasa observada (21,65 %); la selección del 10 % se calculó sobre todo el periodo y no por día; y 2022 ya se había consultado, así que hace falta un periodo nuevo. También queda pendiente verificar la reproducción completa del proyecto desde un entorno limpio. Abrir el turno de preguntas.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f991de16d5a46a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3353340aea845be"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Title and body">
    <p:bg>
      <p:bgPr>
        <a:solidFill xmlns:a="http://schemas.openxmlformats.org/drawingml/2006/main">
          <a:srgbClr val="F5F3EC"/>
        </a:solidFill>
      </p:bgPr>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16950271-F8DC-4243-B09C-C83CFCA799C2}"/>
              </a:ext>
            </a:extLst>
          </p:cNvPr>
          <p:cNvSpPr>
            <a:spLocks xmlns:a="http://schemas.openxmlformats.org/drawingml/2006/main" noGrp="1"/>
          </p:cNvSpPr>
          <p:nvPr>
            <p:ph type="title" idx="0"/>
          </p:nvPr>
        </p:nvSpPr>
        <p:spPr>
          <a:xfrm xmlns:a="http://schemas.openxmlformats.org/drawingml/2006/main">
            <a:off x="812800" y="1312912"/>
            <a:ext cx="10566400" cy="416471"/>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15000"/>
              </a:lnSpc>
              <a:buNone/>
              <a:defRPr sz="2995">
                <a:solidFill>
                  <a:srgbClr val="16222F"/>
                </a:solidFill>
                <a:latin typeface="Arial"/>
                <a:ea typeface="Arial"/>
                <a:cs typeface="Arial"/>
              </a:defRPr>
            </a:lvl1pPr>
          </a:lstStyle>
          <a:p xmlns:a="http://schemas.openxmlformats.org/drawingml/2006/main">
            <a:pPr marL="0" indent="0" algn="l">
              <a:lnSpc>
                <a:spcPct val="115000"/>
              </a:lnSpc>
              <a:buNone/>
            </a:pPr>
            <a:endParaRPr sz="2995"/>
          </a:p>
        </p:txBody>
      </p:sp>
      <p:sp>
        <p:nvSpPr>
          <p:cNvPr id="3" name="Text Placeholder 2">
            <a:extLst xmlns:a="http://schemas.openxmlformats.org/drawingml/2006/main">
              <a:ext uri="{FF2B5EF4-FFF2-40B4-BE49-F238E27FC236}">
                <a16:creationId xmlns:a16="http://schemas.microsoft.com/office/drawing/2014/main" id="{0A7C1A59-4A46-4782-8B61-8360111E79B2}"/>
              </a:ext>
            </a:extLst>
          </p:cNvPr>
          <p:cNvSpPr>
            <a:spLocks xmlns:a="http://schemas.openxmlformats.org/drawingml/2006/main" noGrp="1"/>
          </p:cNvSpPr>
          <p:nvPr>
            <p:ph type="body" idx="101"/>
          </p:nvPr>
        </p:nvSpPr>
        <p:spPr>
          <a:xfrm xmlns:a="http://schemas.openxmlformats.org/drawingml/2006/main">
            <a:off x="812800" y="2034183"/>
            <a:ext cx="10566400" cy="401101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40000"/>
              </a:lnSpc>
              <a:buNone/>
              <a:defRPr sz="1600">
                <a:solidFill>
                  <a:srgbClr val="16222F"/>
                </a:solidFill>
                <a:latin typeface="Arial"/>
                <a:ea typeface="Arial"/>
                <a:cs typeface="Arial"/>
              </a:defRPr>
            </a:lvl1pPr>
          </a:lstStyle>
          <a:p xmlns:a="http://schemas.openxmlformats.org/drawingml/2006/main">
            <a:pPr marL="0" indent="0" algn="l">
              <a:lnSpc>
                <a:spcPct val="140000"/>
              </a:lnSpc>
              <a:buNone/>
            </a:pPr>
            <a:endParaRPr sz="1600"/>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2edf40db7b54a94" /><Relationship Type="http://schemas.openxmlformats.org/officeDocument/2006/relationships/slideLayout" Target="/ppt/slideLayouts/slideLayout1.xml" Id="Rad29998e7a884e81" /><Relationship Type="http://schemas.openxmlformats.org/officeDocument/2006/relationships/slideLayout" Target="/ppt/slideLayouts/slideLayout2.xml" Id="Rd77742e393cb4e83" /></Relationships>
</file>

<file path=ppt/slideMasters/slideMaster1.xml><?xml version="1.0" encoding="utf-8"?>
<p:sldMaster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DF8B77F8-8E7B-44C5-8A61-5B758D996D93}"/>
              </a:ext>
            </a:extLst>
          </p:cNvPr>
          <p:cNvSpPr>
            <a:spLocks xmlns:a="http://schemas.openxmlformats.org/drawingml/2006/main" noGrp="1"/>
          </p:cNvSpPr>
          <p:nvPr>
            <p:ph type="title" idx="0"/>
          </p:nvPr>
        </p:nvSpPr>
        <p:spPr>
          <a:xfrm xmlns:a="http://schemas.openxmlformats.org/drawingml/2006/main">
            <a:off x="812800" y="1312912"/>
            <a:ext cx="10566400" cy="416471"/>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15000"/>
              </a:lnSpc>
              <a:buNone/>
              <a:defRPr sz="2995">
                <a:solidFill>
                  <a:srgbClr val="16222F"/>
                </a:solidFill>
                <a:latin typeface="Arial"/>
                <a:ea typeface="Arial"/>
                <a:cs typeface="Arial"/>
              </a:defRPr>
            </a:lvl1pPr>
          </a:lstStyle>
          <a:p xmlns:a="http://schemas.openxmlformats.org/drawingml/2006/main">
            <a:pPr marL="0" indent="0" algn="l">
              <a:lnSpc>
                <a:spcPct val="115000"/>
              </a:lnSpc>
              <a:buNone/>
            </a:pPr>
            <a:endParaRPr sz="2995"/>
          </a:p>
        </p:txBody>
      </p:sp>
      <p:sp>
        <p:nvSpPr>
          <p:cNvPr id="3" name="Text Placeholder 2">
            <a:extLst xmlns:a="http://schemas.openxmlformats.org/drawingml/2006/main">
              <a:ext uri="{FF2B5EF4-FFF2-40B4-BE49-F238E27FC236}">
                <a16:creationId xmlns:a16="http://schemas.microsoft.com/office/drawing/2014/main" id="{9DAB0147-F7C2-42D1-ACE5-EDAA18F57F1C}"/>
              </a:ext>
            </a:extLst>
          </p:cNvPr>
          <p:cNvSpPr>
            <a:spLocks xmlns:a="http://schemas.openxmlformats.org/drawingml/2006/main" noGrp="1"/>
          </p:cNvSpPr>
          <p:nvPr>
            <p:ph type="body" idx="101"/>
          </p:nvPr>
        </p:nvSpPr>
        <p:spPr>
          <a:xfrm xmlns:a="http://schemas.openxmlformats.org/drawingml/2006/main">
            <a:off x="812800" y="2034183"/>
            <a:ext cx="10566400" cy="401101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40000"/>
              </a:lnSpc>
              <a:buNone/>
              <a:defRPr sz="1600">
                <a:solidFill>
                  <a:srgbClr val="16222F"/>
                </a:solidFill>
                <a:latin typeface="Arial"/>
                <a:ea typeface="Arial"/>
                <a:cs typeface="Arial"/>
              </a:defRPr>
            </a:lvl1pPr>
          </a:lstStyle>
          <a:p xmlns:a="http://schemas.openxmlformats.org/drawingml/2006/main">
            <a:pPr marL="0" indent="0" algn="l">
              <a:lnSpc>
                <a:spcPct val="140000"/>
              </a:lnSpc>
              <a:buNone/>
            </a:pPr>
            <a:endParaRPr sz="16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d29998e7a884e81"/>
    <p:sldLayoutId xmlns:r="http://schemas.openxmlformats.org/officeDocument/2006/relationships" id="2147483650" r:id="Rd77742e393cb4e83"/>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Priorización de vuelos con riesgo de retraso">
  <a:themeElements>
    <a:clrScheme name="Priorización de vuelos con riesgo de retraso">
      <a:dk1>
        <a:srgbClr val="16222F"/>
      </a:dk1>
      <a:lt1>
        <a:srgbClr val="F5F3EC"/>
      </a:lt1>
      <a:dk2>
        <a:srgbClr val="4E565E"/>
      </a:dk2>
      <a:lt2>
        <a:srgbClr val="DFDED9"/>
      </a:lt2>
      <a:accent1>
        <a:srgbClr val="E9A23B"/>
      </a:accent1>
      <a:accent2>
        <a:srgbClr val="176B7B"/>
      </a:accent2>
      <a:accent3>
        <a:srgbClr val="1D3452"/>
      </a:accent3>
      <a:accent4>
        <a:srgbClr val="8A5A0A"/>
      </a:accent4>
      <a:accent5>
        <a:srgbClr val="8FA3B8"/>
      </a:accent5>
      <a:accent6>
        <a:srgbClr val="CFCBBE"/>
      </a:accent6>
      <a:hlink>
        <a:srgbClr val="0563C1"/>
      </a:hlink>
      <a:folHlink>
        <a:srgbClr val="954F72"/>
      </a:folHlink>
    </a:clrScheme>
    <a:fontScheme name="Priorización de vuelos con riesgo de retras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riorización de vuelos con riesgo de retraso">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060bfca5ee034293" /><Relationship Type="http://schemas.openxmlformats.org/officeDocument/2006/relationships/image" Target="/ppt/media/image.png" Id="R0b030f8332444e5d" /><Relationship Type="http://schemas.openxmlformats.org/officeDocument/2006/relationships/notesSlide" Target="/ppt/notesSlides/notesSlide1.xml" Id="R4743b4ab0f734d8d"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b04e1f5debc0469a" /><Relationship Type="http://schemas.openxmlformats.org/officeDocument/2006/relationships/notesSlide" Target="/ppt/notesSlides/notesSlide2.xml" Id="R79a02a647de54ee2"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ca51957b3f60434b" /><Relationship Type="http://schemas.openxmlformats.org/officeDocument/2006/relationships/image" Target="/ppt/media/image2.png" Id="R1ac1a99164244b35" /><Relationship Type="http://schemas.openxmlformats.org/officeDocument/2006/relationships/notesSlide" Target="/ppt/notesSlides/notesSlide3.xml" Id="Rdb1b7d5b6bf4494f"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0e54e82cc52d449d" /><Relationship Type="http://schemas.openxmlformats.org/officeDocument/2006/relationships/image" Target="/ppt/media/image3.png" Id="R5669d689ac3845bf" /><Relationship Type="http://schemas.openxmlformats.org/officeDocument/2006/relationships/notesSlide" Target="/ppt/notesSlides/notesSlide4.xml" Id="Rb33b638124d64691"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4488cfdc54144e8b" /><Relationship Type="http://schemas.openxmlformats.org/officeDocument/2006/relationships/image" Target="/ppt/media/image2.png" Id="R1c0da831fd75402b" /><Relationship Type="http://schemas.openxmlformats.org/officeDocument/2006/relationships/notesSlide" Target="/ppt/notesSlides/notesSlide5.xml" Id="R5497eb449556417f"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24db713883194571" /><Relationship Type="http://schemas.openxmlformats.org/officeDocument/2006/relationships/notesSlide" Target="/ppt/notesSlides/notesSlide6.xml" Id="R103b92ca08c8473f"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bb92cb77c60d4e81" /><Relationship Type="http://schemas.openxmlformats.org/officeDocument/2006/relationships/image" Target="/ppt/media/image4.png" Id="Rf5d21d873ebc4832" /><Relationship Type="http://schemas.openxmlformats.org/officeDocument/2006/relationships/notesSlide" Target="/ppt/notesSlides/notesSlide7.xml" Id="R2fe5122dd14c47d8"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eee4b6156a5142e0" /><Relationship Type="http://schemas.openxmlformats.org/officeDocument/2006/relationships/notesSlide" Target="/ppt/notesSlides/notesSlide8.xml" Id="Rc1784fa2640f44b0"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43cb8720259b4d6a" /><Relationship Type="http://schemas.openxmlformats.org/officeDocument/2006/relationships/notesSlide" Target="/ppt/notesSlides/notesSlide9.xml" Id="R5f617d6aeb0d449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a5e8ac342804564" /><Relationship Type="http://schemas.openxmlformats.org/officeDocument/2006/relationships/notesSlide" Target="/ppt/notesSlides/notesSlide10.xml" Id="Rc8566812ca0742b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68923563c2c74ac6" /><Relationship Type="http://schemas.openxmlformats.org/officeDocument/2006/relationships/image" Target="/ppt/media/image5.png" Id="Ra3afc23262db49d9" /><Relationship Type="http://schemas.openxmlformats.org/officeDocument/2006/relationships/notesSlide" Target="/ppt/notesSlides/notesSlide11.xml" Id="Rf0b4d9429e3c491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8673ff7a8f5f4162" /><Relationship Type="http://schemas.openxmlformats.org/officeDocument/2006/relationships/image" Target="/ppt/media/image6.png" Id="R62e6f77e796e4a58" /><Relationship Type="http://schemas.openxmlformats.org/officeDocument/2006/relationships/notesSlide" Target="/ppt/notesSlides/notesSlide12.xml" Id="Rb9a98cf2d60f4d9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9a55a845e41f4c58" /><Relationship Type="http://schemas.openxmlformats.org/officeDocument/2006/relationships/notesSlide" Target="/ppt/notesSlides/notesSlide13.xml" Id="R5f9d0e1d8ee74fff" /></Relationships>
</file>

<file path=ppt/slides/slide1.xml><?xml version="1.0" encoding="utf-8"?>
<p:sld xmlns:p="http://schemas.openxmlformats.org/presentationml/2006/main">
  <p:cSld>
    <p:bg>
      <p:bgPr>
        <a:solidFill xmlns:a="http://schemas.openxmlformats.org/drawingml/2006/main">
          <a:srgbClr val="13243B"/>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70BD980-C50C-4DF6-90AE-9F25ED768371}"/>
              </a:ext>
            </a:extLst>
          </p:cNvPr>
          <p:cNvSpPr>
            <a:spLocks xmlns:a="http://schemas.openxmlformats.org/drawingml/2006/main" noGrp="1"/>
          </p:cNvSpPr>
          <p:nvPr/>
        </p:nvSpPr>
        <p:spPr>
          <a:xfrm xmlns:a="http://schemas.openxmlformats.org/drawingml/2006/main">
            <a:off x="812800" y="812800"/>
            <a:ext cx="9810750" cy="520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b="1" spc="100">
                <a:solidFill>
                  <a:srgbClr val="E9A23B"/>
                </a:solidFill>
                <a:latin typeface="Arial"/>
                <a:ea typeface="Arial"/>
                <a:cs typeface="Arial"/>
              </a:rPr>
              <a:t>HERRAMIENTAS DE BIG DATA · MAESTRÍA EN ANALÍTICA APLICADA · UNIVERSIDAD DE LA SABANA</a:t>
            </a:r>
            <a:endParaRPr sz="1400"/>
          </a:p>
        </p:txBody>
      </p:sp>
      <p:pic>
        <p:nvPicPr>
          <p:cNvPr id="3" name="Image 0">
            <a:extLst xmlns:a="http://schemas.openxmlformats.org/drawingml/2006/main">
              <a:ext uri="{FF2B5EF4-FFF2-40B4-BE49-F238E27FC236}">
                <a16:creationId xmlns:a16="http://schemas.microsoft.com/office/drawing/2014/main" id="{418FFBAE-CB01-48A6-80CA-412765983674}"/>
              </a:ext>
            </a:extLst>
          </p:cNvPr>
          <p:cNvPicPr>
            <a:picLocks xmlns:a="http://schemas.openxmlformats.org/drawingml/2006/main" noChangeAspect="1"/>
          </p:cNvPicPr>
          <p:nvPr/>
        </p:nvPicPr>
        <p:blipFill>
          <a:blip xmlns:r="http://schemas.openxmlformats.org/officeDocument/2006/relationships" xmlns:a="http://schemas.openxmlformats.org/drawingml/2006/main" r:embed="R0b030f8332444e5d"/>
          <a:srcRect xmlns:a="http://schemas.openxmlformats.org/drawingml/2006/main" l="0" t="0" r="0" b="0"/>
          <a:stretch xmlns:a="http://schemas.openxmlformats.org/drawingml/2006/main"/>
        </p:blipFill>
        <p:spPr>
          <a:xfrm xmlns:a="http://schemas.openxmlformats.org/drawingml/2006/main">
            <a:off x="812800" y="2038350"/>
            <a:ext cx="1016000" cy="50800"/>
          </a:xfrm>
          <a:prstGeom xmlns:a="http://schemas.openxmlformats.org/drawingml/2006/main" prst="rect">
            <a:avLst/>
          </a:prstGeom>
        </p:spPr>
      </p:pic>
      <p:sp>
        <p:nvSpPr>
          <p:cNvPr id="4" name="Text 1">
            <a:extLst xmlns:a="http://schemas.openxmlformats.org/drawingml/2006/main">
              <a:ext uri="{FF2B5EF4-FFF2-40B4-BE49-F238E27FC236}">
                <a16:creationId xmlns:a16="http://schemas.microsoft.com/office/drawing/2014/main" id="{9F2325D3-F851-459C-90EC-778038E41B3A}"/>
              </a:ext>
            </a:extLst>
          </p:cNvPr>
          <p:cNvSpPr>
            <a:spLocks xmlns:a="http://schemas.openxmlformats.org/drawingml/2006/main" noGrp="1"/>
          </p:cNvSpPr>
          <p:nvPr>
            <p:ph type="title" idx="0"/>
          </p:nvPr>
        </p:nvSpPr>
        <p:spPr>
          <a:xfrm xmlns:a="http://schemas.openxmlformats.org/drawingml/2006/main">
            <a:off x="812800" y="2343150"/>
            <a:ext cx="9810750" cy="15113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5880"/>
              </a:lnSpc>
              <a:buNone/>
            </a:pPr>
            <a:r>
              <a:rPr sz="5600" b="1" i="0">
                <a:solidFill>
                  <a:srgbClr val="F5F3EC"/>
                </a:solidFill>
                <a:latin typeface="Arial"/>
                <a:ea typeface="Arial"/>
                <a:cs typeface="Arial"/>
              </a:rPr>
              <a:t>Priorización de vuelos con riesgo de retraso</a:t>
            </a:r>
            <a:endParaRPr sz="5600"/>
          </a:p>
        </p:txBody>
      </p:sp>
      <p:sp>
        <p:nvSpPr>
          <p:cNvPr id="5" name="Text 2">
            <a:extLst xmlns:a="http://schemas.openxmlformats.org/drawingml/2006/main">
              <a:ext uri="{FF2B5EF4-FFF2-40B4-BE49-F238E27FC236}">
                <a16:creationId xmlns:a16="http://schemas.microsoft.com/office/drawing/2014/main" id="{92E5F8BF-41F7-4CD2-AABC-B00899FA42FE}"/>
              </a:ext>
            </a:extLst>
          </p:cNvPr>
          <p:cNvSpPr>
            <a:spLocks xmlns:a="http://schemas.openxmlformats.org/drawingml/2006/main" noGrp="1"/>
          </p:cNvSpPr>
          <p:nvPr/>
        </p:nvSpPr>
        <p:spPr>
          <a:xfrm xmlns:a="http://schemas.openxmlformats.org/drawingml/2006/main">
            <a:off x="812800" y="4083050"/>
            <a:ext cx="850265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750"/>
              </a:lnSpc>
              <a:buNone/>
            </a:pPr>
            <a:r>
              <a:rPr sz="2200">
                <a:solidFill>
                  <a:srgbClr val="B8C4D2"/>
                </a:solidFill>
                <a:latin typeface="Arial"/>
                <a:ea typeface="Arial"/>
                <a:cs typeface="Arial"/>
              </a:rPr>
              <a:t>Base recalculada sin 2020: Parquet de 0,679 GB y 23,63 millones de vuelos etiquetados</a:t>
            </a:r>
            <a:endParaRPr sz="2200"/>
          </a:p>
        </p:txBody>
      </p:sp>
      <p:sp>
        <p:nvSpPr>
          <p:cNvPr id="6" name="Text 3">
            <a:extLst xmlns:a="http://schemas.openxmlformats.org/drawingml/2006/main">
              <a:ext uri="{FF2B5EF4-FFF2-40B4-BE49-F238E27FC236}">
                <a16:creationId xmlns:a16="http://schemas.microsoft.com/office/drawing/2014/main" id="{A994D951-9409-4636-A9B0-0D244A30CC35}"/>
              </a:ext>
            </a:extLst>
          </p:cNvPr>
          <p:cNvSpPr>
            <a:spLocks xmlns:a="http://schemas.openxmlformats.org/drawingml/2006/main" noGrp="1"/>
          </p:cNvSpPr>
          <p:nvPr/>
        </p:nvSpPr>
        <p:spPr>
          <a:xfrm xmlns:a="http://schemas.openxmlformats.org/drawingml/2006/main">
            <a:off x="812800" y="5511800"/>
            <a:ext cx="9810750" cy="5588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100"/>
              </a:lnSpc>
              <a:buNone/>
            </a:pPr>
            <a:r>
              <a:rPr sz="1400">
                <a:solidFill>
                  <a:srgbClr val="B8C4D2"/>
                </a:solidFill>
                <a:latin typeface="Arial"/>
                <a:ea typeface="Arial"/>
                <a:cs typeface="Arial"/>
              </a:rPr>
              <a:t>Angela Liseth Arias Robles · Andres Jose Triana Olivera · Luis Felipe Cangrejo Motta</a:t>
            </a:r>
            <a:endParaRPr sz="1400"/>
          </a:p>
          <a:p xmlns:a="http://schemas.openxmlformats.org/drawingml/2006/main">
            <a:pPr marL="0" indent="0" algn="l">
              <a:lnSpc>
                <a:spcPts val="2100"/>
              </a:lnSpc>
              <a:buNone/>
            </a:pPr>
            <a:r>
              <a:rPr sz="1400">
                <a:solidFill>
                  <a:srgbClr val="B8C4D2"/>
                </a:solidFill>
                <a:latin typeface="Arial"/>
                <a:ea typeface="Arial"/>
                <a:cs typeface="Arial"/>
              </a:rPr>
              <a:t>20 de octubre de 2026</a:t>
            </a:r>
            <a:endParaRPr sz="1400"/>
          </a:p>
        </p:txBody>
      </p:sp>
    </p:spTree>
    <p:extLst>
      <p:ext uri="{BB962C8B-B14F-4D97-AF65-F5344CB8AC3E}">
        <p14:creationId xmlns:p14="http://schemas.microsoft.com/office/powerpoint/2010/main" val="1699450785"/>
      </p:ext>
    </p:extLst>
  </p:cSld>
</p:sld>
</file>

<file path=ppt/slides/slide2.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CEA1991-8641-428B-87BC-B7DDEF782C96}"/>
              </a:ext>
            </a:extLst>
          </p:cNvPr>
          <p:cNvSpPr>
            <a:spLocks xmlns:a="http://schemas.openxmlformats.org/drawingml/2006/main" noGrp="1"/>
          </p:cNvSpPr>
          <p:nvPr/>
        </p:nvSpPr>
        <p:spPr>
          <a:xfrm xmlns:a="http://schemas.openxmlformats.org/drawingml/2006/main">
            <a:off x="812800" y="812800"/>
            <a:ext cx="10883392" cy="26332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99"/>
              </a:lnSpc>
              <a:buNone/>
            </a:pPr>
            <a:r>
              <a:rPr sz="1356" b="1" spc="100">
                <a:solidFill>
                  <a:srgbClr val="176B7B"/>
                </a:solidFill>
                <a:latin typeface="Arial"/>
                <a:ea typeface="Arial"/>
                <a:cs typeface="Arial"/>
              </a:rPr>
              <a:t>1 · EL PROBLEMA</a:t>
            </a:r>
            <a:endParaRPr sz="1356"/>
          </a:p>
        </p:txBody>
      </p:sp>
      <p:sp>
        <p:nvSpPr>
          <p:cNvPr id="3" name="Text 1">
            <a:extLst xmlns:a="http://schemas.openxmlformats.org/drawingml/2006/main">
              <a:ext uri="{FF2B5EF4-FFF2-40B4-BE49-F238E27FC236}">
                <a16:creationId xmlns:a16="http://schemas.microsoft.com/office/drawing/2014/main" id="{D03DA773-D29F-4FB9-B97C-E9ADE06B67C3}"/>
              </a:ext>
            </a:extLst>
          </p:cNvPr>
          <p:cNvSpPr>
            <a:spLocks xmlns:a="http://schemas.openxmlformats.org/drawingml/2006/main" noGrp="1"/>
          </p:cNvSpPr>
          <p:nvPr>
            <p:ph type="title" idx="0"/>
          </p:nvPr>
        </p:nvSpPr>
        <p:spPr>
          <a:xfrm xmlns:a="http://schemas.openxmlformats.org/drawingml/2006/main">
            <a:off x="812800" y="1304727"/>
            <a:ext cx="10883392" cy="42812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197"/>
              </a:lnSpc>
              <a:buNone/>
            </a:pPr>
            <a:r>
              <a:rPr sz="2906" b="1" i="0">
                <a:solidFill>
                  <a:srgbClr val="16222F"/>
                </a:solidFill>
                <a:latin typeface="Arial"/>
                <a:ea typeface="Arial"/>
                <a:cs typeface="Arial"/>
              </a:rPr>
              <a:t>Todos los vuelos reciben una puntuación de riesgo</a:t>
            </a:r>
            <a:endParaRPr sz="2906"/>
          </a:p>
        </p:txBody>
      </p:sp>
      <p:sp>
        <p:nvSpPr>
          <p:cNvPr id="4" name="Shape 2">
            <a:extLst xmlns:a="http://schemas.openxmlformats.org/drawingml/2006/main">
              <a:ext uri="{FF2B5EF4-FFF2-40B4-BE49-F238E27FC236}">
                <a16:creationId xmlns:a16="http://schemas.microsoft.com/office/drawing/2014/main" id="{CDE0F0BD-F9FA-4837-8BD4-7EAFBE746522}"/>
              </a:ext>
            </a:extLst>
          </p:cNvPr>
          <p:cNvSpPr>
            <a:spLocks xmlns:a="http://schemas.openxmlformats.org/drawingml/2006/main" noGrp="1"/>
          </p:cNvSpPr>
          <p:nvPr/>
        </p:nvSpPr>
        <p:spPr>
          <a:xfrm xmlns:a="http://schemas.openxmlformats.org/drawingml/2006/main">
            <a:off x="812800" y="19614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5" name="Shape 3">
            <a:extLst xmlns:a="http://schemas.openxmlformats.org/drawingml/2006/main">
              <a:ext uri="{FF2B5EF4-FFF2-40B4-BE49-F238E27FC236}">
                <a16:creationId xmlns:a16="http://schemas.microsoft.com/office/drawing/2014/main" id="{1DC0A422-5A49-434A-810C-B2C80FFFDADE}"/>
              </a:ext>
            </a:extLst>
          </p:cNvPr>
          <p:cNvSpPr>
            <a:spLocks xmlns:a="http://schemas.openxmlformats.org/drawingml/2006/main" noGrp="1"/>
          </p:cNvSpPr>
          <p:nvPr/>
        </p:nvSpPr>
        <p:spPr>
          <a:xfrm xmlns:a="http://schemas.openxmlformats.org/drawingml/2006/main">
            <a:off x="1117600" y="19614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6" name="Shape 4">
            <a:extLst xmlns:a="http://schemas.openxmlformats.org/drawingml/2006/main">
              <a:ext uri="{FF2B5EF4-FFF2-40B4-BE49-F238E27FC236}">
                <a16:creationId xmlns:a16="http://schemas.microsoft.com/office/drawing/2014/main" id="{246A438E-1900-43B7-817B-FD9F35E52F9B}"/>
              </a:ext>
            </a:extLst>
          </p:cNvPr>
          <p:cNvSpPr>
            <a:spLocks xmlns:a="http://schemas.openxmlformats.org/drawingml/2006/main" noGrp="1"/>
          </p:cNvSpPr>
          <p:nvPr/>
        </p:nvSpPr>
        <p:spPr>
          <a:xfrm xmlns:a="http://schemas.openxmlformats.org/drawingml/2006/main">
            <a:off x="1422400" y="19614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4B4D6093-11B5-41F9-91D9-597159F76F1D}"/>
              </a:ext>
            </a:extLst>
          </p:cNvPr>
          <p:cNvSpPr>
            <a:spLocks xmlns:a="http://schemas.openxmlformats.org/drawingml/2006/main" noGrp="1"/>
          </p:cNvSpPr>
          <p:nvPr/>
        </p:nvSpPr>
        <p:spPr>
          <a:xfrm xmlns:a="http://schemas.openxmlformats.org/drawingml/2006/main">
            <a:off x="1727200" y="19614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8" name="Shape 6">
            <a:extLst xmlns:a="http://schemas.openxmlformats.org/drawingml/2006/main">
              <a:ext uri="{FF2B5EF4-FFF2-40B4-BE49-F238E27FC236}">
                <a16:creationId xmlns:a16="http://schemas.microsoft.com/office/drawing/2014/main" id="{AE547EDF-132E-4DB2-8867-5A7AA6329035}"/>
              </a:ext>
            </a:extLst>
          </p:cNvPr>
          <p:cNvSpPr>
            <a:spLocks xmlns:a="http://schemas.openxmlformats.org/drawingml/2006/main" noGrp="1"/>
          </p:cNvSpPr>
          <p:nvPr/>
        </p:nvSpPr>
        <p:spPr>
          <a:xfrm xmlns:a="http://schemas.openxmlformats.org/drawingml/2006/main">
            <a:off x="2032000" y="19614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9" name="Shape 7">
            <a:extLst xmlns:a="http://schemas.openxmlformats.org/drawingml/2006/main">
              <a:ext uri="{FF2B5EF4-FFF2-40B4-BE49-F238E27FC236}">
                <a16:creationId xmlns:a16="http://schemas.microsoft.com/office/drawing/2014/main" id="{AC40703B-6C57-4F03-9BB1-AFD237DAA08B}"/>
              </a:ext>
            </a:extLst>
          </p:cNvPr>
          <p:cNvSpPr>
            <a:spLocks xmlns:a="http://schemas.openxmlformats.org/drawingml/2006/main" noGrp="1"/>
          </p:cNvSpPr>
          <p:nvPr/>
        </p:nvSpPr>
        <p:spPr>
          <a:xfrm xmlns:a="http://schemas.openxmlformats.org/drawingml/2006/main">
            <a:off x="2336800" y="19614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10" name="Shape 8">
            <a:extLst xmlns:a="http://schemas.openxmlformats.org/drawingml/2006/main">
              <a:ext uri="{FF2B5EF4-FFF2-40B4-BE49-F238E27FC236}">
                <a16:creationId xmlns:a16="http://schemas.microsoft.com/office/drawing/2014/main" id="{30C4C670-3EDE-477B-81A2-B66268BC1062}"/>
              </a:ext>
            </a:extLst>
          </p:cNvPr>
          <p:cNvSpPr>
            <a:spLocks xmlns:a="http://schemas.openxmlformats.org/drawingml/2006/main" noGrp="1"/>
          </p:cNvSpPr>
          <p:nvPr/>
        </p:nvSpPr>
        <p:spPr>
          <a:xfrm xmlns:a="http://schemas.openxmlformats.org/drawingml/2006/main">
            <a:off x="2641600" y="19614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11" name="Shape 9">
            <a:extLst xmlns:a="http://schemas.openxmlformats.org/drawingml/2006/main">
              <a:ext uri="{FF2B5EF4-FFF2-40B4-BE49-F238E27FC236}">
                <a16:creationId xmlns:a16="http://schemas.microsoft.com/office/drawing/2014/main" id="{A2F785AB-38AB-43C4-9E36-C6DD2B074FEF}"/>
              </a:ext>
            </a:extLst>
          </p:cNvPr>
          <p:cNvSpPr>
            <a:spLocks xmlns:a="http://schemas.openxmlformats.org/drawingml/2006/main" noGrp="1"/>
          </p:cNvSpPr>
          <p:nvPr/>
        </p:nvSpPr>
        <p:spPr>
          <a:xfrm xmlns:a="http://schemas.openxmlformats.org/drawingml/2006/main">
            <a:off x="2946400" y="19614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12" name="Shape 10">
            <a:extLst xmlns:a="http://schemas.openxmlformats.org/drawingml/2006/main">
              <a:ext uri="{FF2B5EF4-FFF2-40B4-BE49-F238E27FC236}">
                <a16:creationId xmlns:a16="http://schemas.microsoft.com/office/drawing/2014/main" id="{AE6F7847-0BA8-4A6B-B6A9-B0505C1E5E07}"/>
              </a:ext>
            </a:extLst>
          </p:cNvPr>
          <p:cNvSpPr>
            <a:spLocks xmlns:a="http://schemas.openxmlformats.org/drawingml/2006/main" noGrp="1"/>
          </p:cNvSpPr>
          <p:nvPr/>
        </p:nvSpPr>
        <p:spPr>
          <a:xfrm xmlns:a="http://schemas.openxmlformats.org/drawingml/2006/main">
            <a:off x="3251200" y="19614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13" name="Shape 11">
            <a:extLst xmlns:a="http://schemas.openxmlformats.org/drawingml/2006/main">
              <a:ext uri="{FF2B5EF4-FFF2-40B4-BE49-F238E27FC236}">
                <a16:creationId xmlns:a16="http://schemas.microsoft.com/office/drawing/2014/main" id="{7AD94129-F335-48F5-91CD-3FCDCCDCAFD4}"/>
              </a:ext>
            </a:extLst>
          </p:cNvPr>
          <p:cNvSpPr>
            <a:spLocks xmlns:a="http://schemas.openxmlformats.org/drawingml/2006/main" noGrp="1"/>
          </p:cNvSpPr>
          <p:nvPr/>
        </p:nvSpPr>
        <p:spPr>
          <a:xfrm xmlns:a="http://schemas.openxmlformats.org/drawingml/2006/main">
            <a:off x="3556000" y="19614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14" name="Shape 12">
            <a:extLst xmlns:a="http://schemas.openxmlformats.org/drawingml/2006/main">
              <a:ext uri="{FF2B5EF4-FFF2-40B4-BE49-F238E27FC236}">
                <a16:creationId xmlns:a16="http://schemas.microsoft.com/office/drawing/2014/main" id="{A4C6EB81-03A3-4FAF-88C7-C7AC4F06C9A3}"/>
              </a:ext>
            </a:extLst>
          </p:cNvPr>
          <p:cNvSpPr>
            <a:spLocks xmlns:a="http://schemas.openxmlformats.org/drawingml/2006/main" noGrp="1"/>
          </p:cNvSpPr>
          <p:nvPr/>
        </p:nvSpPr>
        <p:spPr>
          <a:xfrm xmlns:a="http://schemas.openxmlformats.org/drawingml/2006/main">
            <a:off x="812800" y="22662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15" name="Shape 13">
            <a:extLst xmlns:a="http://schemas.openxmlformats.org/drawingml/2006/main">
              <a:ext uri="{FF2B5EF4-FFF2-40B4-BE49-F238E27FC236}">
                <a16:creationId xmlns:a16="http://schemas.microsoft.com/office/drawing/2014/main" id="{31EC735F-3E20-4F0C-BD16-F637137433A3}"/>
              </a:ext>
            </a:extLst>
          </p:cNvPr>
          <p:cNvSpPr>
            <a:spLocks xmlns:a="http://schemas.openxmlformats.org/drawingml/2006/main" noGrp="1"/>
          </p:cNvSpPr>
          <p:nvPr/>
        </p:nvSpPr>
        <p:spPr>
          <a:xfrm xmlns:a="http://schemas.openxmlformats.org/drawingml/2006/main">
            <a:off x="1117600" y="22662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16" name="Shape 14">
            <a:extLst xmlns:a="http://schemas.openxmlformats.org/drawingml/2006/main">
              <a:ext uri="{FF2B5EF4-FFF2-40B4-BE49-F238E27FC236}">
                <a16:creationId xmlns:a16="http://schemas.microsoft.com/office/drawing/2014/main" id="{5D50F9D6-67F2-4316-8E9F-4E911DAEF78B}"/>
              </a:ext>
            </a:extLst>
          </p:cNvPr>
          <p:cNvSpPr>
            <a:spLocks xmlns:a="http://schemas.openxmlformats.org/drawingml/2006/main" noGrp="1"/>
          </p:cNvSpPr>
          <p:nvPr/>
        </p:nvSpPr>
        <p:spPr>
          <a:xfrm xmlns:a="http://schemas.openxmlformats.org/drawingml/2006/main">
            <a:off x="1422400" y="22662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17" name="Shape 15">
            <a:extLst xmlns:a="http://schemas.openxmlformats.org/drawingml/2006/main">
              <a:ext uri="{FF2B5EF4-FFF2-40B4-BE49-F238E27FC236}">
                <a16:creationId xmlns:a16="http://schemas.microsoft.com/office/drawing/2014/main" id="{04D4A625-D64E-40D0-B12B-936F318F3BF5}"/>
              </a:ext>
            </a:extLst>
          </p:cNvPr>
          <p:cNvSpPr>
            <a:spLocks xmlns:a="http://schemas.openxmlformats.org/drawingml/2006/main" noGrp="1"/>
          </p:cNvSpPr>
          <p:nvPr/>
        </p:nvSpPr>
        <p:spPr>
          <a:xfrm xmlns:a="http://schemas.openxmlformats.org/drawingml/2006/main">
            <a:off x="1727200" y="22662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18" name="Shape 16">
            <a:extLst xmlns:a="http://schemas.openxmlformats.org/drawingml/2006/main">
              <a:ext uri="{FF2B5EF4-FFF2-40B4-BE49-F238E27FC236}">
                <a16:creationId xmlns:a16="http://schemas.microsoft.com/office/drawing/2014/main" id="{F25337A1-E6CA-4BF3-B8F2-10F6E0F2FE18}"/>
              </a:ext>
            </a:extLst>
          </p:cNvPr>
          <p:cNvSpPr>
            <a:spLocks xmlns:a="http://schemas.openxmlformats.org/drawingml/2006/main" noGrp="1"/>
          </p:cNvSpPr>
          <p:nvPr/>
        </p:nvSpPr>
        <p:spPr>
          <a:xfrm xmlns:a="http://schemas.openxmlformats.org/drawingml/2006/main">
            <a:off x="2032000" y="22662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19" name="Shape 17">
            <a:extLst xmlns:a="http://schemas.openxmlformats.org/drawingml/2006/main">
              <a:ext uri="{FF2B5EF4-FFF2-40B4-BE49-F238E27FC236}">
                <a16:creationId xmlns:a16="http://schemas.microsoft.com/office/drawing/2014/main" id="{663B2910-73F2-410D-93DC-13E11756E4AF}"/>
              </a:ext>
            </a:extLst>
          </p:cNvPr>
          <p:cNvSpPr>
            <a:spLocks xmlns:a="http://schemas.openxmlformats.org/drawingml/2006/main" noGrp="1"/>
          </p:cNvSpPr>
          <p:nvPr/>
        </p:nvSpPr>
        <p:spPr>
          <a:xfrm xmlns:a="http://schemas.openxmlformats.org/drawingml/2006/main">
            <a:off x="2336800" y="22662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20" name="Shape 18">
            <a:extLst xmlns:a="http://schemas.openxmlformats.org/drawingml/2006/main">
              <a:ext uri="{FF2B5EF4-FFF2-40B4-BE49-F238E27FC236}">
                <a16:creationId xmlns:a16="http://schemas.microsoft.com/office/drawing/2014/main" id="{DA147E04-4054-403B-AFE6-625BA7AD586B}"/>
              </a:ext>
            </a:extLst>
          </p:cNvPr>
          <p:cNvSpPr>
            <a:spLocks xmlns:a="http://schemas.openxmlformats.org/drawingml/2006/main" noGrp="1"/>
          </p:cNvSpPr>
          <p:nvPr/>
        </p:nvSpPr>
        <p:spPr>
          <a:xfrm xmlns:a="http://schemas.openxmlformats.org/drawingml/2006/main">
            <a:off x="2641600" y="22662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21" name="Shape 19">
            <a:extLst xmlns:a="http://schemas.openxmlformats.org/drawingml/2006/main">
              <a:ext uri="{FF2B5EF4-FFF2-40B4-BE49-F238E27FC236}">
                <a16:creationId xmlns:a16="http://schemas.microsoft.com/office/drawing/2014/main" id="{FE7ED59E-D34C-4131-B76A-7149396D5B88}"/>
              </a:ext>
            </a:extLst>
          </p:cNvPr>
          <p:cNvSpPr>
            <a:spLocks xmlns:a="http://schemas.openxmlformats.org/drawingml/2006/main" noGrp="1"/>
          </p:cNvSpPr>
          <p:nvPr/>
        </p:nvSpPr>
        <p:spPr>
          <a:xfrm xmlns:a="http://schemas.openxmlformats.org/drawingml/2006/main">
            <a:off x="2946400" y="22662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22" name="Shape 20">
            <a:extLst xmlns:a="http://schemas.openxmlformats.org/drawingml/2006/main">
              <a:ext uri="{FF2B5EF4-FFF2-40B4-BE49-F238E27FC236}">
                <a16:creationId xmlns:a16="http://schemas.microsoft.com/office/drawing/2014/main" id="{50B6966F-E677-4F59-BC45-E972B528250E}"/>
              </a:ext>
            </a:extLst>
          </p:cNvPr>
          <p:cNvSpPr>
            <a:spLocks xmlns:a="http://schemas.openxmlformats.org/drawingml/2006/main" noGrp="1"/>
          </p:cNvSpPr>
          <p:nvPr/>
        </p:nvSpPr>
        <p:spPr>
          <a:xfrm xmlns:a="http://schemas.openxmlformats.org/drawingml/2006/main">
            <a:off x="3251200" y="22662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23" name="Shape 21">
            <a:extLst xmlns:a="http://schemas.openxmlformats.org/drawingml/2006/main">
              <a:ext uri="{FF2B5EF4-FFF2-40B4-BE49-F238E27FC236}">
                <a16:creationId xmlns:a16="http://schemas.microsoft.com/office/drawing/2014/main" id="{9DFDA181-92D6-4A1B-A101-2CA9EE3C8A7C}"/>
              </a:ext>
            </a:extLst>
          </p:cNvPr>
          <p:cNvSpPr>
            <a:spLocks xmlns:a="http://schemas.openxmlformats.org/drawingml/2006/main" noGrp="1"/>
          </p:cNvSpPr>
          <p:nvPr/>
        </p:nvSpPr>
        <p:spPr>
          <a:xfrm xmlns:a="http://schemas.openxmlformats.org/drawingml/2006/main">
            <a:off x="3556000" y="22662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24" name="Shape 22">
            <a:extLst xmlns:a="http://schemas.openxmlformats.org/drawingml/2006/main">
              <a:ext uri="{FF2B5EF4-FFF2-40B4-BE49-F238E27FC236}">
                <a16:creationId xmlns:a16="http://schemas.microsoft.com/office/drawing/2014/main" id="{1D867187-D58D-4D5F-9373-76648255CA2E}"/>
              </a:ext>
            </a:extLst>
          </p:cNvPr>
          <p:cNvSpPr>
            <a:spLocks xmlns:a="http://schemas.openxmlformats.org/drawingml/2006/main" noGrp="1"/>
          </p:cNvSpPr>
          <p:nvPr/>
        </p:nvSpPr>
        <p:spPr>
          <a:xfrm xmlns:a="http://schemas.openxmlformats.org/drawingml/2006/main">
            <a:off x="812800" y="25710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25" name="Shape 23">
            <a:extLst xmlns:a="http://schemas.openxmlformats.org/drawingml/2006/main">
              <a:ext uri="{FF2B5EF4-FFF2-40B4-BE49-F238E27FC236}">
                <a16:creationId xmlns:a16="http://schemas.microsoft.com/office/drawing/2014/main" id="{06818663-7BD2-4EBA-AC2B-0B1830753174}"/>
              </a:ext>
            </a:extLst>
          </p:cNvPr>
          <p:cNvSpPr>
            <a:spLocks xmlns:a="http://schemas.openxmlformats.org/drawingml/2006/main" noGrp="1"/>
          </p:cNvSpPr>
          <p:nvPr/>
        </p:nvSpPr>
        <p:spPr>
          <a:xfrm xmlns:a="http://schemas.openxmlformats.org/drawingml/2006/main">
            <a:off x="1117600" y="25710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26" name="Shape 24">
            <a:extLst xmlns:a="http://schemas.openxmlformats.org/drawingml/2006/main">
              <a:ext uri="{FF2B5EF4-FFF2-40B4-BE49-F238E27FC236}">
                <a16:creationId xmlns:a16="http://schemas.microsoft.com/office/drawing/2014/main" id="{9D6C1119-C126-49FC-9EC8-13D37733E5AB}"/>
              </a:ext>
            </a:extLst>
          </p:cNvPr>
          <p:cNvSpPr>
            <a:spLocks xmlns:a="http://schemas.openxmlformats.org/drawingml/2006/main" noGrp="1"/>
          </p:cNvSpPr>
          <p:nvPr/>
        </p:nvSpPr>
        <p:spPr>
          <a:xfrm xmlns:a="http://schemas.openxmlformats.org/drawingml/2006/main">
            <a:off x="1422400" y="25710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27" name="Shape 25">
            <a:extLst xmlns:a="http://schemas.openxmlformats.org/drawingml/2006/main">
              <a:ext uri="{FF2B5EF4-FFF2-40B4-BE49-F238E27FC236}">
                <a16:creationId xmlns:a16="http://schemas.microsoft.com/office/drawing/2014/main" id="{D9F22684-A71C-4E10-B278-8EDFD6919A78}"/>
              </a:ext>
            </a:extLst>
          </p:cNvPr>
          <p:cNvSpPr>
            <a:spLocks xmlns:a="http://schemas.openxmlformats.org/drawingml/2006/main" noGrp="1"/>
          </p:cNvSpPr>
          <p:nvPr/>
        </p:nvSpPr>
        <p:spPr>
          <a:xfrm xmlns:a="http://schemas.openxmlformats.org/drawingml/2006/main">
            <a:off x="1727200" y="25710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28" name="Shape 26">
            <a:extLst xmlns:a="http://schemas.openxmlformats.org/drawingml/2006/main">
              <a:ext uri="{FF2B5EF4-FFF2-40B4-BE49-F238E27FC236}">
                <a16:creationId xmlns:a16="http://schemas.microsoft.com/office/drawing/2014/main" id="{2056C2CF-999B-4F0F-B25C-F9CC2E466F95}"/>
              </a:ext>
            </a:extLst>
          </p:cNvPr>
          <p:cNvSpPr>
            <a:spLocks xmlns:a="http://schemas.openxmlformats.org/drawingml/2006/main" noGrp="1"/>
          </p:cNvSpPr>
          <p:nvPr/>
        </p:nvSpPr>
        <p:spPr>
          <a:xfrm xmlns:a="http://schemas.openxmlformats.org/drawingml/2006/main">
            <a:off x="2032000" y="25710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29" name="Shape 27">
            <a:extLst xmlns:a="http://schemas.openxmlformats.org/drawingml/2006/main">
              <a:ext uri="{FF2B5EF4-FFF2-40B4-BE49-F238E27FC236}">
                <a16:creationId xmlns:a16="http://schemas.microsoft.com/office/drawing/2014/main" id="{F7FBCFC5-463E-4A2B-93CA-5391194A5627}"/>
              </a:ext>
            </a:extLst>
          </p:cNvPr>
          <p:cNvSpPr>
            <a:spLocks xmlns:a="http://schemas.openxmlformats.org/drawingml/2006/main" noGrp="1"/>
          </p:cNvSpPr>
          <p:nvPr/>
        </p:nvSpPr>
        <p:spPr>
          <a:xfrm xmlns:a="http://schemas.openxmlformats.org/drawingml/2006/main">
            <a:off x="2336800" y="25710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30" name="Shape 28">
            <a:extLst xmlns:a="http://schemas.openxmlformats.org/drawingml/2006/main">
              <a:ext uri="{FF2B5EF4-FFF2-40B4-BE49-F238E27FC236}">
                <a16:creationId xmlns:a16="http://schemas.microsoft.com/office/drawing/2014/main" id="{8A77D720-EC29-482F-9A4B-50F0A4424450}"/>
              </a:ext>
            </a:extLst>
          </p:cNvPr>
          <p:cNvSpPr>
            <a:spLocks xmlns:a="http://schemas.openxmlformats.org/drawingml/2006/main" noGrp="1"/>
          </p:cNvSpPr>
          <p:nvPr/>
        </p:nvSpPr>
        <p:spPr>
          <a:xfrm xmlns:a="http://schemas.openxmlformats.org/drawingml/2006/main">
            <a:off x="2641600" y="25710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31" name="Shape 29">
            <a:extLst xmlns:a="http://schemas.openxmlformats.org/drawingml/2006/main">
              <a:ext uri="{FF2B5EF4-FFF2-40B4-BE49-F238E27FC236}">
                <a16:creationId xmlns:a16="http://schemas.microsoft.com/office/drawing/2014/main" id="{8AF05463-8D48-45D9-964B-3C29DC7775D7}"/>
              </a:ext>
            </a:extLst>
          </p:cNvPr>
          <p:cNvSpPr>
            <a:spLocks xmlns:a="http://schemas.openxmlformats.org/drawingml/2006/main" noGrp="1"/>
          </p:cNvSpPr>
          <p:nvPr/>
        </p:nvSpPr>
        <p:spPr>
          <a:xfrm xmlns:a="http://schemas.openxmlformats.org/drawingml/2006/main">
            <a:off x="2946400" y="25710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32" name="Shape 30">
            <a:extLst xmlns:a="http://schemas.openxmlformats.org/drawingml/2006/main">
              <a:ext uri="{FF2B5EF4-FFF2-40B4-BE49-F238E27FC236}">
                <a16:creationId xmlns:a16="http://schemas.microsoft.com/office/drawing/2014/main" id="{CFA9B757-9D7E-4824-B552-800BAB0203E7}"/>
              </a:ext>
            </a:extLst>
          </p:cNvPr>
          <p:cNvSpPr>
            <a:spLocks xmlns:a="http://schemas.openxmlformats.org/drawingml/2006/main" noGrp="1"/>
          </p:cNvSpPr>
          <p:nvPr/>
        </p:nvSpPr>
        <p:spPr>
          <a:xfrm xmlns:a="http://schemas.openxmlformats.org/drawingml/2006/main">
            <a:off x="3251200" y="25710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33" name="Shape 31">
            <a:extLst xmlns:a="http://schemas.openxmlformats.org/drawingml/2006/main">
              <a:ext uri="{FF2B5EF4-FFF2-40B4-BE49-F238E27FC236}">
                <a16:creationId xmlns:a16="http://schemas.microsoft.com/office/drawing/2014/main" id="{9A231068-91EB-48BA-9FCE-BF56A6467A55}"/>
              </a:ext>
            </a:extLst>
          </p:cNvPr>
          <p:cNvSpPr>
            <a:spLocks xmlns:a="http://schemas.openxmlformats.org/drawingml/2006/main" noGrp="1"/>
          </p:cNvSpPr>
          <p:nvPr/>
        </p:nvSpPr>
        <p:spPr>
          <a:xfrm xmlns:a="http://schemas.openxmlformats.org/drawingml/2006/main">
            <a:off x="3556000" y="25710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34" name="Shape 32">
            <a:extLst xmlns:a="http://schemas.openxmlformats.org/drawingml/2006/main">
              <a:ext uri="{FF2B5EF4-FFF2-40B4-BE49-F238E27FC236}">
                <a16:creationId xmlns:a16="http://schemas.microsoft.com/office/drawing/2014/main" id="{E9D875E6-9052-4F5B-B2BA-9644B9A6A96E}"/>
              </a:ext>
            </a:extLst>
          </p:cNvPr>
          <p:cNvSpPr>
            <a:spLocks xmlns:a="http://schemas.openxmlformats.org/drawingml/2006/main" noGrp="1"/>
          </p:cNvSpPr>
          <p:nvPr/>
        </p:nvSpPr>
        <p:spPr>
          <a:xfrm xmlns:a="http://schemas.openxmlformats.org/drawingml/2006/main">
            <a:off x="812800" y="28758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35" name="Shape 33">
            <a:extLst xmlns:a="http://schemas.openxmlformats.org/drawingml/2006/main">
              <a:ext uri="{FF2B5EF4-FFF2-40B4-BE49-F238E27FC236}">
                <a16:creationId xmlns:a16="http://schemas.microsoft.com/office/drawing/2014/main" id="{F46900CB-2DE2-4B1F-AF0D-86BDCA0D4C37}"/>
              </a:ext>
            </a:extLst>
          </p:cNvPr>
          <p:cNvSpPr>
            <a:spLocks xmlns:a="http://schemas.openxmlformats.org/drawingml/2006/main" noGrp="1"/>
          </p:cNvSpPr>
          <p:nvPr/>
        </p:nvSpPr>
        <p:spPr>
          <a:xfrm xmlns:a="http://schemas.openxmlformats.org/drawingml/2006/main">
            <a:off x="1117600" y="28758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36" name="Shape 34">
            <a:extLst xmlns:a="http://schemas.openxmlformats.org/drawingml/2006/main">
              <a:ext uri="{FF2B5EF4-FFF2-40B4-BE49-F238E27FC236}">
                <a16:creationId xmlns:a16="http://schemas.microsoft.com/office/drawing/2014/main" id="{CB75B39E-68BE-43E9-8D78-F89830AE41EA}"/>
              </a:ext>
            </a:extLst>
          </p:cNvPr>
          <p:cNvSpPr>
            <a:spLocks xmlns:a="http://schemas.openxmlformats.org/drawingml/2006/main" noGrp="1"/>
          </p:cNvSpPr>
          <p:nvPr/>
        </p:nvSpPr>
        <p:spPr>
          <a:xfrm xmlns:a="http://schemas.openxmlformats.org/drawingml/2006/main">
            <a:off x="1422400" y="28758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37" name="Shape 35">
            <a:extLst xmlns:a="http://schemas.openxmlformats.org/drawingml/2006/main">
              <a:ext uri="{FF2B5EF4-FFF2-40B4-BE49-F238E27FC236}">
                <a16:creationId xmlns:a16="http://schemas.microsoft.com/office/drawing/2014/main" id="{07519C6C-9FE0-4E87-83F5-A9F7A7D8ED7F}"/>
              </a:ext>
            </a:extLst>
          </p:cNvPr>
          <p:cNvSpPr>
            <a:spLocks xmlns:a="http://schemas.openxmlformats.org/drawingml/2006/main" noGrp="1"/>
          </p:cNvSpPr>
          <p:nvPr/>
        </p:nvSpPr>
        <p:spPr>
          <a:xfrm xmlns:a="http://schemas.openxmlformats.org/drawingml/2006/main">
            <a:off x="1727200" y="28758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38" name="Shape 36">
            <a:extLst xmlns:a="http://schemas.openxmlformats.org/drawingml/2006/main">
              <a:ext uri="{FF2B5EF4-FFF2-40B4-BE49-F238E27FC236}">
                <a16:creationId xmlns:a16="http://schemas.microsoft.com/office/drawing/2014/main" id="{1B050474-3BB6-4B2F-99B7-D022D461283B}"/>
              </a:ext>
            </a:extLst>
          </p:cNvPr>
          <p:cNvSpPr>
            <a:spLocks xmlns:a="http://schemas.openxmlformats.org/drawingml/2006/main" noGrp="1"/>
          </p:cNvSpPr>
          <p:nvPr/>
        </p:nvSpPr>
        <p:spPr>
          <a:xfrm xmlns:a="http://schemas.openxmlformats.org/drawingml/2006/main">
            <a:off x="2032000" y="28758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39" name="Shape 37">
            <a:extLst xmlns:a="http://schemas.openxmlformats.org/drawingml/2006/main">
              <a:ext uri="{FF2B5EF4-FFF2-40B4-BE49-F238E27FC236}">
                <a16:creationId xmlns:a16="http://schemas.microsoft.com/office/drawing/2014/main" id="{11D9E5C3-0C5B-4A00-A6A1-BDEC84831AF5}"/>
              </a:ext>
            </a:extLst>
          </p:cNvPr>
          <p:cNvSpPr>
            <a:spLocks xmlns:a="http://schemas.openxmlformats.org/drawingml/2006/main" noGrp="1"/>
          </p:cNvSpPr>
          <p:nvPr/>
        </p:nvSpPr>
        <p:spPr>
          <a:xfrm xmlns:a="http://schemas.openxmlformats.org/drawingml/2006/main">
            <a:off x="2336800" y="28758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40" name="Shape 38">
            <a:extLst xmlns:a="http://schemas.openxmlformats.org/drawingml/2006/main">
              <a:ext uri="{FF2B5EF4-FFF2-40B4-BE49-F238E27FC236}">
                <a16:creationId xmlns:a16="http://schemas.microsoft.com/office/drawing/2014/main" id="{7AAA3898-6DBE-4EB0-949F-B53AA32C590C}"/>
              </a:ext>
            </a:extLst>
          </p:cNvPr>
          <p:cNvSpPr>
            <a:spLocks xmlns:a="http://schemas.openxmlformats.org/drawingml/2006/main" noGrp="1"/>
          </p:cNvSpPr>
          <p:nvPr/>
        </p:nvSpPr>
        <p:spPr>
          <a:xfrm xmlns:a="http://schemas.openxmlformats.org/drawingml/2006/main">
            <a:off x="2641600" y="28758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41" name="Shape 39">
            <a:extLst xmlns:a="http://schemas.openxmlformats.org/drawingml/2006/main">
              <a:ext uri="{FF2B5EF4-FFF2-40B4-BE49-F238E27FC236}">
                <a16:creationId xmlns:a16="http://schemas.microsoft.com/office/drawing/2014/main" id="{4ABB8F9C-0883-41A6-915A-FD63332EF356}"/>
              </a:ext>
            </a:extLst>
          </p:cNvPr>
          <p:cNvSpPr>
            <a:spLocks xmlns:a="http://schemas.openxmlformats.org/drawingml/2006/main" noGrp="1"/>
          </p:cNvSpPr>
          <p:nvPr/>
        </p:nvSpPr>
        <p:spPr>
          <a:xfrm xmlns:a="http://schemas.openxmlformats.org/drawingml/2006/main">
            <a:off x="2946400" y="28758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42" name="Shape 40">
            <a:extLst xmlns:a="http://schemas.openxmlformats.org/drawingml/2006/main">
              <a:ext uri="{FF2B5EF4-FFF2-40B4-BE49-F238E27FC236}">
                <a16:creationId xmlns:a16="http://schemas.microsoft.com/office/drawing/2014/main" id="{7755B991-C0EA-4B55-8128-9C1053A175D5}"/>
              </a:ext>
            </a:extLst>
          </p:cNvPr>
          <p:cNvSpPr>
            <a:spLocks xmlns:a="http://schemas.openxmlformats.org/drawingml/2006/main" noGrp="1"/>
          </p:cNvSpPr>
          <p:nvPr/>
        </p:nvSpPr>
        <p:spPr>
          <a:xfrm xmlns:a="http://schemas.openxmlformats.org/drawingml/2006/main">
            <a:off x="3251200" y="28758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43" name="Shape 41">
            <a:extLst xmlns:a="http://schemas.openxmlformats.org/drawingml/2006/main">
              <a:ext uri="{FF2B5EF4-FFF2-40B4-BE49-F238E27FC236}">
                <a16:creationId xmlns:a16="http://schemas.microsoft.com/office/drawing/2014/main" id="{4A6AFD51-6BBA-48C8-8C1F-8ED6139B13C5}"/>
              </a:ext>
            </a:extLst>
          </p:cNvPr>
          <p:cNvSpPr>
            <a:spLocks xmlns:a="http://schemas.openxmlformats.org/drawingml/2006/main" noGrp="1"/>
          </p:cNvSpPr>
          <p:nvPr/>
        </p:nvSpPr>
        <p:spPr>
          <a:xfrm xmlns:a="http://schemas.openxmlformats.org/drawingml/2006/main">
            <a:off x="3556000" y="28758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44" name="Shape 42">
            <a:extLst xmlns:a="http://schemas.openxmlformats.org/drawingml/2006/main">
              <a:ext uri="{FF2B5EF4-FFF2-40B4-BE49-F238E27FC236}">
                <a16:creationId xmlns:a16="http://schemas.microsoft.com/office/drawing/2014/main" id="{8F9960DC-929D-4D97-BBBE-8C4FCEB03601}"/>
              </a:ext>
            </a:extLst>
          </p:cNvPr>
          <p:cNvSpPr>
            <a:spLocks xmlns:a="http://schemas.openxmlformats.org/drawingml/2006/main" noGrp="1"/>
          </p:cNvSpPr>
          <p:nvPr/>
        </p:nvSpPr>
        <p:spPr>
          <a:xfrm xmlns:a="http://schemas.openxmlformats.org/drawingml/2006/main">
            <a:off x="812800" y="31806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45" name="Shape 43">
            <a:extLst xmlns:a="http://schemas.openxmlformats.org/drawingml/2006/main">
              <a:ext uri="{FF2B5EF4-FFF2-40B4-BE49-F238E27FC236}">
                <a16:creationId xmlns:a16="http://schemas.microsoft.com/office/drawing/2014/main" id="{45DE40A3-F096-4DAE-9D52-B91949E7FDFB}"/>
              </a:ext>
            </a:extLst>
          </p:cNvPr>
          <p:cNvSpPr>
            <a:spLocks xmlns:a="http://schemas.openxmlformats.org/drawingml/2006/main" noGrp="1"/>
          </p:cNvSpPr>
          <p:nvPr/>
        </p:nvSpPr>
        <p:spPr>
          <a:xfrm xmlns:a="http://schemas.openxmlformats.org/drawingml/2006/main">
            <a:off x="1117600" y="31806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46" name="Shape 44">
            <a:extLst xmlns:a="http://schemas.openxmlformats.org/drawingml/2006/main">
              <a:ext uri="{FF2B5EF4-FFF2-40B4-BE49-F238E27FC236}">
                <a16:creationId xmlns:a16="http://schemas.microsoft.com/office/drawing/2014/main" id="{4DFE786F-0BCA-4BBC-85E1-96D54E7A923D}"/>
              </a:ext>
            </a:extLst>
          </p:cNvPr>
          <p:cNvSpPr>
            <a:spLocks xmlns:a="http://schemas.openxmlformats.org/drawingml/2006/main" noGrp="1"/>
          </p:cNvSpPr>
          <p:nvPr/>
        </p:nvSpPr>
        <p:spPr>
          <a:xfrm xmlns:a="http://schemas.openxmlformats.org/drawingml/2006/main">
            <a:off x="1422400" y="31806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47" name="Shape 45">
            <a:extLst xmlns:a="http://schemas.openxmlformats.org/drawingml/2006/main">
              <a:ext uri="{FF2B5EF4-FFF2-40B4-BE49-F238E27FC236}">
                <a16:creationId xmlns:a16="http://schemas.microsoft.com/office/drawing/2014/main" id="{EA42BA89-F672-4BB4-A8E4-2F632DBC9A80}"/>
              </a:ext>
            </a:extLst>
          </p:cNvPr>
          <p:cNvSpPr>
            <a:spLocks xmlns:a="http://schemas.openxmlformats.org/drawingml/2006/main" noGrp="1"/>
          </p:cNvSpPr>
          <p:nvPr/>
        </p:nvSpPr>
        <p:spPr>
          <a:xfrm xmlns:a="http://schemas.openxmlformats.org/drawingml/2006/main">
            <a:off x="1727200" y="31806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48" name="Shape 46">
            <a:extLst xmlns:a="http://schemas.openxmlformats.org/drawingml/2006/main">
              <a:ext uri="{FF2B5EF4-FFF2-40B4-BE49-F238E27FC236}">
                <a16:creationId xmlns:a16="http://schemas.microsoft.com/office/drawing/2014/main" id="{633E1706-3FC1-4BE0-9E93-F423204AD931}"/>
              </a:ext>
            </a:extLst>
          </p:cNvPr>
          <p:cNvSpPr>
            <a:spLocks xmlns:a="http://schemas.openxmlformats.org/drawingml/2006/main" noGrp="1"/>
          </p:cNvSpPr>
          <p:nvPr/>
        </p:nvSpPr>
        <p:spPr>
          <a:xfrm xmlns:a="http://schemas.openxmlformats.org/drawingml/2006/main">
            <a:off x="2032000" y="31806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49" name="Shape 47">
            <a:extLst xmlns:a="http://schemas.openxmlformats.org/drawingml/2006/main">
              <a:ext uri="{FF2B5EF4-FFF2-40B4-BE49-F238E27FC236}">
                <a16:creationId xmlns:a16="http://schemas.microsoft.com/office/drawing/2014/main" id="{7E61BA33-26E4-4CB7-91DF-A199F8E29EF7}"/>
              </a:ext>
            </a:extLst>
          </p:cNvPr>
          <p:cNvSpPr>
            <a:spLocks xmlns:a="http://schemas.openxmlformats.org/drawingml/2006/main" noGrp="1"/>
          </p:cNvSpPr>
          <p:nvPr/>
        </p:nvSpPr>
        <p:spPr>
          <a:xfrm xmlns:a="http://schemas.openxmlformats.org/drawingml/2006/main">
            <a:off x="2336800" y="31806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50" name="Shape 48">
            <a:extLst xmlns:a="http://schemas.openxmlformats.org/drawingml/2006/main">
              <a:ext uri="{FF2B5EF4-FFF2-40B4-BE49-F238E27FC236}">
                <a16:creationId xmlns:a16="http://schemas.microsoft.com/office/drawing/2014/main" id="{4C0A123C-1CFB-4B36-9B68-FAC6E5F9867A}"/>
              </a:ext>
            </a:extLst>
          </p:cNvPr>
          <p:cNvSpPr>
            <a:spLocks xmlns:a="http://schemas.openxmlformats.org/drawingml/2006/main" noGrp="1"/>
          </p:cNvSpPr>
          <p:nvPr/>
        </p:nvSpPr>
        <p:spPr>
          <a:xfrm xmlns:a="http://schemas.openxmlformats.org/drawingml/2006/main">
            <a:off x="2641600" y="31806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51" name="Shape 49">
            <a:extLst xmlns:a="http://schemas.openxmlformats.org/drawingml/2006/main">
              <a:ext uri="{FF2B5EF4-FFF2-40B4-BE49-F238E27FC236}">
                <a16:creationId xmlns:a16="http://schemas.microsoft.com/office/drawing/2014/main" id="{30DD5529-5A17-4730-985D-51A83B2B7FD5}"/>
              </a:ext>
            </a:extLst>
          </p:cNvPr>
          <p:cNvSpPr>
            <a:spLocks xmlns:a="http://schemas.openxmlformats.org/drawingml/2006/main" noGrp="1"/>
          </p:cNvSpPr>
          <p:nvPr/>
        </p:nvSpPr>
        <p:spPr>
          <a:xfrm xmlns:a="http://schemas.openxmlformats.org/drawingml/2006/main">
            <a:off x="2946400" y="31806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52" name="Shape 50">
            <a:extLst xmlns:a="http://schemas.openxmlformats.org/drawingml/2006/main">
              <a:ext uri="{FF2B5EF4-FFF2-40B4-BE49-F238E27FC236}">
                <a16:creationId xmlns:a16="http://schemas.microsoft.com/office/drawing/2014/main" id="{0EF0ECD5-662A-4FAC-8BAE-557A77931474}"/>
              </a:ext>
            </a:extLst>
          </p:cNvPr>
          <p:cNvSpPr>
            <a:spLocks xmlns:a="http://schemas.openxmlformats.org/drawingml/2006/main" noGrp="1"/>
          </p:cNvSpPr>
          <p:nvPr/>
        </p:nvSpPr>
        <p:spPr>
          <a:xfrm xmlns:a="http://schemas.openxmlformats.org/drawingml/2006/main">
            <a:off x="3251200" y="31806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53" name="Shape 51">
            <a:extLst xmlns:a="http://schemas.openxmlformats.org/drawingml/2006/main">
              <a:ext uri="{FF2B5EF4-FFF2-40B4-BE49-F238E27FC236}">
                <a16:creationId xmlns:a16="http://schemas.microsoft.com/office/drawing/2014/main" id="{A6E50191-3AEF-4C01-81FF-72E40B9FD260}"/>
              </a:ext>
            </a:extLst>
          </p:cNvPr>
          <p:cNvSpPr>
            <a:spLocks xmlns:a="http://schemas.openxmlformats.org/drawingml/2006/main" noGrp="1"/>
          </p:cNvSpPr>
          <p:nvPr/>
        </p:nvSpPr>
        <p:spPr>
          <a:xfrm xmlns:a="http://schemas.openxmlformats.org/drawingml/2006/main">
            <a:off x="3556000" y="31806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54" name="Shape 52">
            <a:extLst xmlns:a="http://schemas.openxmlformats.org/drawingml/2006/main">
              <a:ext uri="{FF2B5EF4-FFF2-40B4-BE49-F238E27FC236}">
                <a16:creationId xmlns:a16="http://schemas.microsoft.com/office/drawing/2014/main" id="{D4AF9874-F179-4B11-A179-D47915305FCC}"/>
              </a:ext>
            </a:extLst>
          </p:cNvPr>
          <p:cNvSpPr>
            <a:spLocks xmlns:a="http://schemas.openxmlformats.org/drawingml/2006/main" noGrp="1"/>
          </p:cNvSpPr>
          <p:nvPr/>
        </p:nvSpPr>
        <p:spPr>
          <a:xfrm xmlns:a="http://schemas.openxmlformats.org/drawingml/2006/main">
            <a:off x="812800" y="34854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55" name="Shape 53">
            <a:extLst xmlns:a="http://schemas.openxmlformats.org/drawingml/2006/main">
              <a:ext uri="{FF2B5EF4-FFF2-40B4-BE49-F238E27FC236}">
                <a16:creationId xmlns:a16="http://schemas.microsoft.com/office/drawing/2014/main" id="{58592BC0-F244-49E0-9FFC-FD15DC956092}"/>
              </a:ext>
            </a:extLst>
          </p:cNvPr>
          <p:cNvSpPr>
            <a:spLocks xmlns:a="http://schemas.openxmlformats.org/drawingml/2006/main" noGrp="1"/>
          </p:cNvSpPr>
          <p:nvPr/>
        </p:nvSpPr>
        <p:spPr>
          <a:xfrm xmlns:a="http://schemas.openxmlformats.org/drawingml/2006/main">
            <a:off x="1117600" y="34854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56" name="Shape 54">
            <a:extLst xmlns:a="http://schemas.openxmlformats.org/drawingml/2006/main">
              <a:ext uri="{FF2B5EF4-FFF2-40B4-BE49-F238E27FC236}">
                <a16:creationId xmlns:a16="http://schemas.microsoft.com/office/drawing/2014/main" id="{1A4761C6-83F5-4C91-8314-30772C6CC5F8}"/>
              </a:ext>
            </a:extLst>
          </p:cNvPr>
          <p:cNvSpPr>
            <a:spLocks xmlns:a="http://schemas.openxmlformats.org/drawingml/2006/main" noGrp="1"/>
          </p:cNvSpPr>
          <p:nvPr/>
        </p:nvSpPr>
        <p:spPr>
          <a:xfrm xmlns:a="http://schemas.openxmlformats.org/drawingml/2006/main">
            <a:off x="1422400" y="34854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57" name="Shape 55">
            <a:extLst xmlns:a="http://schemas.openxmlformats.org/drawingml/2006/main">
              <a:ext uri="{FF2B5EF4-FFF2-40B4-BE49-F238E27FC236}">
                <a16:creationId xmlns:a16="http://schemas.microsoft.com/office/drawing/2014/main" id="{2C2DC6BD-8F1A-4237-962A-CBE303A27DF0}"/>
              </a:ext>
            </a:extLst>
          </p:cNvPr>
          <p:cNvSpPr>
            <a:spLocks xmlns:a="http://schemas.openxmlformats.org/drawingml/2006/main" noGrp="1"/>
          </p:cNvSpPr>
          <p:nvPr/>
        </p:nvSpPr>
        <p:spPr>
          <a:xfrm xmlns:a="http://schemas.openxmlformats.org/drawingml/2006/main">
            <a:off x="1727200" y="34854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58" name="Shape 56">
            <a:extLst xmlns:a="http://schemas.openxmlformats.org/drawingml/2006/main">
              <a:ext uri="{FF2B5EF4-FFF2-40B4-BE49-F238E27FC236}">
                <a16:creationId xmlns:a16="http://schemas.microsoft.com/office/drawing/2014/main" id="{04143F46-8A49-4635-B688-310958F0C7DF}"/>
              </a:ext>
            </a:extLst>
          </p:cNvPr>
          <p:cNvSpPr>
            <a:spLocks xmlns:a="http://schemas.openxmlformats.org/drawingml/2006/main" noGrp="1"/>
          </p:cNvSpPr>
          <p:nvPr/>
        </p:nvSpPr>
        <p:spPr>
          <a:xfrm xmlns:a="http://schemas.openxmlformats.org/drawingml/2006/main">
            <a:off x="2032000" y="34854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59" name="Shape 57">
            <a:extLst xmlns:a="http://schemas.openxmlformats.org/drawingml/2006/main">
              <a:ext uri="{FF2B5EF4-FFF2-40B4-BE49-F238E27FC236}">
                <a16:creationId xmlns:a16="http://schemas.microsoft.com/office/drawing/2014/main" id="{68FAC91D-6C63-44DF-8C46-852637178EB2}"/>
              </a:ext>
            </a:extLst>
          </p:cNvPr>
          <p:cNvSpPr>
            <a:spLocks xmlns:a="http://schemas.openxmlformats.org/drawingml/2006/main" noGrp="1"/>
          </p:cNvSpPr>
          <p:nvPr/>
        </p:nvSpPr>
        <p:spPr>
          <a:xfrm xmlns:a="http://schemas.openxmlformats.org/drawingml/2006/main">
            <a:off x="2336800" y="34854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60" name="Shape 58">
            <a:extLst xmlns:a="http://schemas.openxmlformats.org/drawingml/2006/main">
              <a:ext uri="{FF2B5EF4-FFF2-40B4-BE49-F238E27FC236}">
                <a16:creationId xmlns:a16="http://schemas.microsoft.com/office/drawing/2014/main" id="{8F2CAE9B-3B7E-42A7-81C1-68B0F40611E1}"/>
              </a:ext>
            </a:extLst>
          </p:cNvPr>
          <p:cNvSpPr>
            <a:spLocks xmlns:a="http://schemas.openxmlformats.org/drawingml/2006/main" noGrp="1"/>
          </p:cNvSpPr>
          <p:nvPr/>
        </p:nvSpPr>
        <p:spPr>
          <a:xfrm xmlns:a="http://schemas.openxmlformats.org/drawingml/2006/main">
            <a:off x="2641600" y="34854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61" name="Shape 59">
            <a:extLst xmlns:a="http://schemas.openxmlformats.org/drawingml/2006/main">
              <a:ext uri="{FF2B5EF4-FFF2-40B4-BE49-F238E27FC236}">
                <a16:creationId xmlns:a16="http://schemas.microsoft.com/office/drawing/2014/main" id="{67B51027-3010-411E-9CB6-05A757661A0E}"/>
              </a:ext>
            </a:extLst>
          </p:cNvPr>
          <p:cNvSpPr>
            <a:spLocks xmlns:a="http://schemas.openxmlformats.org/drawingml/2006/main" noGrp="1"/>
          </p:cNvSpPr>
          <p:nvPr/>
        </p:nvSpPr>
        <p:spPr>
          <a:xfrm xmlns:a="http://schemas.openxmlformats.org/drawingml/2006/main">
            <a:off x="2946400" y="34854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62" name="Shape 60">
            <a:extLst xmlns:a="http://schemas.openxmlformats.org/drawingml/2006/main">
              <a:ext uri="{FF2B5EF4-FFF2-40B4-BE49-F238E27FC236}">
                <a16:creationId xmlns:a16="http://schemas.microsoft.com/office/drawing/2014/main" id="{EE516A50-87A2-4810-8CA2-8C99F3A8D643}"/>
              </a:ext>
            </a:extLst>
          </p:cNvPr>
          <p:cNvSpPr>
            <a:spLocks xmlns:a="http://schemas.openxmlformats.org/drawingml/2006/main" noGrp="1"/>
          </p:cNvSpPr>
          <p:nvPr/>
        </p:nvSpPr>
        <p:spPr>
          <a:xfrm xmlns:a="http://schemas.openxmlformats.org/drawingml/2006/main">
            <a:off x="3251200" y="34854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63" name="Shape 61">
            <a:extLst xmlns:a="http://schemas.openxmlformats.org/drawingml/2006/main">
              <a:ext uri="{FF2B5EF4-FFF2-40B4-BE49-F238E27FC236}">
                <a16:creationId xmlns:a16="http://schemas.microsoft.com/office/drawing/2014/main" id="{05148B0F-FDD1-4D4D-B324-4187847E373F}"/>
              </a:ext>
            </a:extLst>
          </p:cNvPr>
          <p:cNvSpPr>
            <a:spLocks xmlns:a="http://schemas.openxmlformats.org/drawingml/2006/main" noGrp="1"/>
          </p:cNvSpPr>
          <p:nvPr/>
        </p:nvSpPr>
        <p:spPr>
          <a:xfrm xmlns:a="http://schemas.openxmlformats.org/drawingml/2006/main">
            <a:off x="3556000" y="34854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64" name="Shape 62">
            <a:extLst xmlns:a="http://schemas.openxmlformats.org/drawingml/2006/main">
              <a:ext uri="{FF2B5EF4-FFF2-40B4-BE49-F238E27FC236}">
                <a16:creationId xmlns:a16="http://schemas.microsoft.com/office/drawing/2014/main" id="{BED27843-9771-4A2E-A0B5-6B458319C885}"/>
              </a:ext>
            </a:extLst>
          </p:cNvPr>
          <p:cNvSpPr>
            <a:spLocks xmlns:a="http://schemas.openxmlformats.org/drawingml/2006/main" noGrp="1"/>
          </p:cNvSpPr>
          <p:nvPr/>
        </p:nvSpPr>
        <p:spPr>
          <a:xfrm xmlns:a="http://schemas.openxmlformats.org/drawingml/2006/main">
            <a:off x="812800" y="37902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65" name="Shape 63">
            <a:extLst xmlns:a="http://schemas.openxmlformats.org/drawingml/2006/main">
              <a:ext uri="{FF2B5EF4-FFF2-40B4-BE49-F238E27FC236}">
                <a16:creationId xmlns:a16="http://schemas.microsoft.com/office/drawing/2014/main" id="{CE939D6A-55AE-4A59-B587-013D7E4A0398}"/>
              </a:ext>
            </a:extLst>
          </p:cNvPr>
          <p:cNvSpPr>
            <a:spLocks xmlns:a="http://schemas.openxmlformats.org/drawingml/2006/main" noGrp="1"/>
          </p:cNvSpPr>
          <p:nvPr/>
        </p:nvSpPr>
        <p:spPr>
          <a:xfrm xmlns:a="http://schemas.openxmlformats.org/drawingml/2006/main">
            <a:off x="1117600" y="37902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66" name="Shape 64">
            <a:extLst xmlns:a="http://schemas.openxmlformats.org/drawingml/2006/main">
              <a:ext uri="{FF2B5EF4-FFF2-40B4-BE49-F238E27FC236}">
                <a16:creationId xmlns:a16="http://schemas.microsoft.com/office/drawing/2014/main" id="{0D64F5DE-038B-45F4-9459-FC46CDADE5AD}"/>
              </a:ext>
            </a:extLst>
          </p:cNvPr>
          <p:cNvSpPr>
            <a:spLocks xmlns:a="http://schemas.openxmlformats.org/drawingml/2006/main" noGrp="1"/>
          </p:cNvSpPr>
          <p:nvPr/>
        </p:nvSpPr>
        <p:spPr>
          <a:xfrm xmlns:a="http://schemas.openxmlformats.org/drawingml/2006/main">
            <a:off x="1422400" y="37902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67" name="Shape 65">
            <a:extLst xmlns:a="http://schemas.openxmlformats.org/drawingml/2006/main">
              <a:ext uri="{FF2B5EF4-FFF2-40B4-BE49-F238E27FC236}">
                <a16:creationId xmlns:a16="http://schemas.microsoft.com/office/drawing/2014/main" id="{B57D4E1A-F63F-4695-A329-4ED23272F7EB}"/>
              </a:ext>
            </a:extLst>
          </p:cNvPr>
          <p:cNvSpPr>
            <a:spLocks xmlns:a="http://schemas.openxmlformats.org/drawingml/2006/main" noGrp="1"/>
          </p:cNvSpPr>
          <p:nvPr/>
        </p:nvSpPr>
        <p:spPr>
          <a:xfrm xmlns:a="http://schemas.openxmlformats.org/drawingml/2006/main">
            <a:off x="1727200" y="37902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68" name="Shape 66">
            <a:extLst xmlns:a="http://schemas.openxmlformats.org/drawingml/2006/main">
              <a:ext uri="{FF2B5EF4-FFF2-40B4-BE49-F238E27FC236}">
                <a16:creationId xmlns:a16="http://schemas.microsoft.com/office/drawing/2014/main" id="{685AF3FA-75FA-4E43-97AC-A897DC44EAE2}"/>
              </a:ext>
            </a:extLst>
          </p:cNvPr>
          <p:cNvSpPr>
            <a:spLocks xmlns:a="http://schemas.openxmlformats.org/drawingml/2006/main" noGrp="1"/>
          </p:cNvSpPr>
          <p:nvPr/>
        </p:nvSpPr>
        <p:spPr>
          <a:xfrm xmlns:a="http://schemas.openxmlformats.org/drawingml/2006/main">
            <a:off x="2032000" y="37902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69" name="Shape 67">
            <a:extLst xmlns:a="http://schemas.openxmlformats.org/drawingml/2006/main">
              <a:ext uri="{FF2B5EF4-FFF2-40B4-BE49-F238E27FC236}">
                <a16:creationId xmlns:a16="http://schemas.microsoft.com/office/drawing/2014/main" id="{2A7284FD-6133-4B05-B1E1-790F2457127D}"/>
              </a:ext>
            </a:extLst>
          </p:cNvPr>
          <p:cNvSpPr>
            <a:spLocks xmlns:a="http://schemas.openxmlformats.org/drawingml/2006/main" noGrp="1"/>
          </p:cNvSpPr>
          <p:nvPr/>
        </p:nvSpPr>
        <p:spPr>
          <a:xfrm xmlns:a="http://schemas.openxmlformats.org/drawingml/2006/main">
            <a:off x="2336800" y="37902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70" name="Shape 68">
            <a:extLst xmlns:a="http://schemas.openxmlformats.org/drawingml/2006/main">
              <a:ext uri="{FF2B5EF4-FFF2-40B4-BE49-F238E27FC236}">
                <a16:creationId xmlns:a16="http://schemas.microsoft.com/office/drawing/2014/main" id="{A5CA7014-244A-484C-B045-A118093015FA}"/>
              </a:ext>
            </a:extLst>
          </p:cNvPr>
          <p:cNvSpPr>
            <a:spLocks xmlns:a="http://schemas.openxmlformats.org/drawingml/2006/main" noGrp="1"/>
          </p:cNvSpPr>
          <p:nvPr/>
        </p:nvSpPr>
        <p:spPr>
          <a:xfrm xmlns:a="http://schemas.openxmlformats.org/drawingml/2006/main">
            <a:off x="2641600" y="37902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71" name="Shape 69">
            <a:extLst xmlns:a="http://schemas.openxmlformats.org/drawingml/2006/main">
              <a:ext uri="{FF2B5EF4-FFF2-40B4-BE49-F238E27FC236}">
                <a16:creationId xmlns:a16="http://schemas.microsoft.com/office/drawing/2014/main" id="{7D79138B-2A72-48BD-8E08-3CB0DD825851}"/>
              </a:ext>
            </a:extLst>
          </p:cNvPr>
          <p:cNvSpPr>
            <a:spLocks xmlns:a="http://schemas.openxmlformats.org/drawingml/2006/main" noGrp="1"/>
          </p:cNvSpPr>
          <p:nvPr/>
        </p:nvSpPr>
        <p:spPr>
          <a:xfrm xmlns:a="http://schemas.openxmlformats.org/drawingml/2006/main">
            <a:off x="2946400" y="37902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72" name="Shape 70">
            <a:extLst xmlns:a="http://schemas.openxmlformats.org/drawingml/2006/main">
              <a:ext uri="{FF2B5EF4-FFF2-40B4-BE49-F238E27FC236}">
                <a16:creationId xmlns:a16="http://schemas.microsoft.com/office/drawing/2014/main" id="{1ABC17C5-38A7-4239-BBEC-84CF609CA446}"/>
              </a:ext>
            </a:extLst>
          </p:cNvPr>
          <p:cNvSpPr>
            <a:spLocks xmlns:a="http://schemas.openxmlformats.org/drawingml/2006/main" noGrp="1"/>
          </p:cNvSpPr>
          <p:nvPr/>
        </p:nvSpPr>
        <p:spPr>
          <a:xfrm xmlns:a="http://schemas.openxmlformats.org/drawingml/2006/main">
            <a:off x="3251200" y="37902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73" name="Shape 71">
            <a:extLst xmlns:a="http://schemas.openxmlformats.org/drawingml/2006/main">
              <a:ext uri="{FF2B5EF4-FFF2-40B4-BE49-F238E27FC236}">
                <a16:creationId xmlns:a16="http://schemas.microsoft.com/office/drawing/2014/main" id="{E09C19D1-1B66-4B18-BFE8-B4BDB4E6E552}"/>
              </a:ext>
            </a:extLst>
          </p:cNvPr>
          <p:cNvSpPr>
            <a:spLocks xmlns:a="http://schemas.openxmlformats.org/drawingml/2006/main" noGrp="1"/>
          </p:cNvSpPr>
          <p:nvPr/>
        </p:nvSpPr>
        <p:spPr>
          <a:xfrm xmlns:a="http://schemas.openxmlformats.org/drawingml/2006/main">
            <a:off x="3556000" y="37902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74" name="Shape 72">
            <a:extLst xmlns:a="http://schemas.openxmlformats.org/drawingml/2006/main">
              <a:ext uri="{FF2B5EF4-FFF2-40B4-BE49-F238E27FC236}">
                <a16:creationId xmlns:a16="http://schemas.microsoft.com/office/drawing/2014/main" id="{64D03DDD-3B85-43E8-9EB6-ECA98AF40BA4}"/>
              </a:ext>
            </a:extLst>
          </p:cNvPr>
          <p:cNvSpPr>
            <a:spLocks xmlns:a="http://schemas.openxmlformats.org/drawingml/2006/main" noGrp="1"/>
          </p:cNvSpPr>
          <p:nvPr/>
        </p:nvSpPr>
        <p:spPr>
          <a:xfrm xmlns:a="http://schemas.openxmlformats.org/drawingml/2006/main">
            <a:off x="812800" y="40950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75" name="Shape 73">
            <a:extLst xmlns:a="http://schemas.openxmlformats.org/drawingml/2006/main">
              <a:ext uri="{FF2B5EF4-FFF2-40B4-BE49-F238E27FC236}">
                <a16:creationId xmlns:a16="http://schemas.microsoft.com/office/drawing/2014/main" id="{E88015CA-544B-4F30-9D21-A82E47ECDA97}"/>
              </a:ext>
            </a:extLst>
          </p:cNvPr>
          <p:cNvSpPr>
            <a:spLocks xmlns:a="http://schemas.openxmlformats.org/drawingml/2006/main" noGrp="1"/>
          </p:cNvSpPr>
          <p:nvPr/>
        </p:nvSpPr>
        <p:spPr>
          <a:xfrm xmlns:a="http://schemas.openxmlformats.org/drawingml/2006/main">
            <a:off x="1117600" y="40950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76" name="Shape 74">
            <a:extLst xmlns:a="http://schemas.openxmlformats.org/drawingml/2006/main">
              <a:ext uri="{FF2B5EF4-FFF2-40B4-BE49-F238E27FC236}">
                <a16:creationId xmlns:a16="http://schemas.microsoft.com/office/drawing/2014/main" id="{233B2168-CA4B-4854-8473-D75C108B2031}"/>
              </a:ext>
            </a:extLst>
          </p:cNvPr>
          <p:cNvSpPr>
            <a:spLocks xmlns:a="http://schemas.openxmlformats.org/drawingml/2006/main" noGrp="1"/>
          </p:cNvSpPr>
          <p:nvPr/>
        </p:nvSpPr>
        <p:spPr>
          <a:xfrm xmlns:a="http://schemas.openxmlformats.org/drawingml/2006/main">
            <a:off x="1422400" y="40950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77" name="Shape 75">
            <a:extLst xmlns:a="http://schemas.openxmlformats.org/drawingml/2006/main">
              <a:ext uri="{FF2B5EF4-FFF2-40B4-BE49-F238E27FC236}">
                <a16:creationId xmlns:a16="http://schemas.microsoft.com/office/drawing/2014/main" id="{18748089-2D5F-4A5E-8534-42741EA3E285}"/>
              </a:ext>
            </a:extLst>
          </p:cNvPr>
          <p:cNvSpPr>
            <a:spLocks xmlns:a="http://schemas.openxmlformats.org/drawingml/2006/main" noGrp="1"/>
          </p:cNvSpPr>
          <p:nvPr/>
        </p:nvSpPr>
        <p:spPr>
          <a:xfrm xmlns:a="http://schemas.openxmlformats.org/drawingml/2006/main">
            <a:off x="1727200" y="40950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78" name="Shape 76">
            <a:extLst xmlns:a="http://schemas.openxmlformats.org/drawingml/2006/main">
              <a:ext uri="{FF2B5EF4-FFF2-40B4-BE49-F238E27FC236}">
                <a16:creationId xmlns:a16="http://schemas.microsoft.com/office/drawing/2014/main" id="{26720BC8-EE48-4A1A-BA3E-2C799F1BB0CD}"/>
              </a:ext>
            </a:extLst>
          </p:cNvPr>
          <p:cNvSpPr>
            <a:spLocks xmlns:a="http://schemas.openxmlformats.org/drawingml/2006/main" noGrp="1"/>
          </p:cNvSpPr>
          <p:nvPr/>
        </p:nvSpPr>
        <p:spPr>
          <a:xfrm xmlns:a="http://schemas.openxmlformats.org/drawingml/2006/main">
            <a:off x="2032000" y="40950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79" name="Shape 77">
            <a:extLst xmlns:a="http://schemas.openxmlformats.org/drawingml/2006/main">
              <a:ext uri="{FF2B5EF4-FFF2-40B4-BE49-F238E27FC236}">
                <a16:creationId xmlns:a16="http://schemas.microsoft.com/office/drawing/2014/main" id="{01DE09B8-D30A-49F7-AA9A-67A6EDD128C4}"/>
              </a:ext>
            </a:extLst>
          </p:cNvPr>
          <p:cNvSpPr>
            <a:spLocks xmlns:a="http://schemas.openxmlformats.org/drawingml/2006/main" noGrp="1"/>
          </p:cNvSpPr>
          <p:nvPr/>
        </p:nvSpPr>
        <p:spPr>
          <a:xfrm xmlns:a="http://schemas.openxmlformats.org/drawingml/2006/main">
            <a:off x="2336800" y="40950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80" name="Shape 78">
            <a:extLst xmlns:a="http://schemas.openxmlformats.org/drawingml/2006/main">
              <a:ext uri="{FF2B5EF4-FFF2-40B4-BE49-F238E27FC236}">
                <a16:creationId xmlns:a16="http://schemas.microsoft.com/office/drawing/2014/main" id="{30292021-AE5F-43D4-878B-EEE021A75414}"/>
              </a:ext>
            </a:extLst>
          </p:cNvPr>
          <p:cNvSpPr>
            <a:spLocks xmlns:a="http://schemas.openxmlformats.org/drawingml/2006/main" noGrp="1"/>
          </p:cNvSpPr>
          <p:nvPr/>
        </p:nvSpPr>
        <p:spPr>
          <a:xfrm xmlns:a="http://schemas.openxmlformats.org/drawingml/2006/main">
            <a:off x="2641600" y="40950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81" name="Shape 79">
            <a:extLst xmlns:a="http://schemas.openxmlformats.org/drawingml/2006/main">
              <a:ext uri="{FF2B5EF4-FFF2-40B4-BE49-F238E27FC236}">
                <a16:creationId xmlns:a16="http://schemas.microsoft.com/office/drawing/2014/main" id="{51388B91-70BB-486D-988B-D0FF1A7E8AEF}"/>
              </a:ext>
            </a:extLst>
          </p:cNvPr>
          <p:cNvSpPr>
            <a:spLocks xmlns:a="http://schemas.openxmlformats.org/drawingml/2006/main" noGrp="1"/>
          </p:cNvSpPr>
          <p:nvPr/>
        </p:nvSpPr>
        <p:spPr>
          <a:xfrm xmlns:a="http://schemas.openxmlformats.org/drawingml/2006/main">
            <a:off x="2946400" y="40950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82" name="Shape 80">
            <a:extLst xmlns:a="http://schemas.openxmlformats.org/drawingml/2006/main">
              <a:ext uri="{FF2B5EF4-FFF2-40B4-BE49-F238E27FC236}">
                <a16:creationId xmlns:a16="http://schemas.microsoft.com/office/drawing/2014/main" id="{C74794A2-8553-4D99-A09C-3BB0B89427E5}"/>
              </a:ext>
            </a:extLst>
          </p:cNvPr>
          <p:cNvSpPr>
            <a:spLocks xmlns:a="http://schemas.openxmlformats.org/drawingml/2006/main" noGrp="1"/>
          </p:cNvSpPr>
          <p:nvPr/>
        </p:nvSpPr>
        <p:spPr>
          <a:xfrm xmlns:a="http://schemas.openxmlformats.org/drawingml/2006/main">
            <a:off x="3251200" y="40950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83" name="Shape 81">
            <a:extLst xmlns:a="http://schemas.openxmlformats.org/drawingml/2006/main">
              <a:ext uri="{FF2B5EF4-FFF2-40B4-BE49-F238E27FC236}">
                <a16:creationId xmlns:a16="http://schemas.microsoft.com/office/drawing/2014/main" id="{534AF5A6-7032-4063-9547-B608D6071FA3}"/>
              </a:ext>
            </a:extLst>
          </p:cNvPr>
          <p:cNvSpPr>
            <a:spLocks xmlns:a="http://schemas.openxmlformats.org/drawingml/2006/main" noGrp="1"/>
          </p:cNvSpPr>
          <p:nvPr/>
        </p:nvSpPr>
        <p:spPr>
          <a:xfrm xmlns:a="http://schemas.openxmlformats.org/drawingml/2006/main">
            <a:off x="3556000" y="40950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84" name="Shape 82">
            <a:extLst xmlns:a="http://schemas.openxmlformats.org/drawingml/2006/main">
              <a:ext uri="{FF2B5EF4-FFF2-40B4-BE49-F238E27FC236}">
                <a16:creationId xmlns:a16="http://schemas.microsoft.com/office/drawing/2014/main" id="{6C8D8E0C-72E7-46CC-869C-C80809295D4D}"/>
              </a:ext>
            </a:extLst>
          </p:cNvPr>
          <p:cNvSpPr>
            <a:spLocks xmlns:a="http://schemas.openxmlformats.org/drawingml/2006/main" noGrp="1"/>
          </p:cNvSpPr>
          <p:nvPr/>
        </p:nvSpPr>
        <p:spPr>
          <a:xfrm xmlns:a="http://schemas.openxmlformats.org/drawingml/2006/main">
            <a:off x="812800" y="43998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85" name="Shape 83">
            <a:extLst xmlns:a="http://schemas.openxmlformats.org/drawingml/2006/main">
              <a:ext uri="{FF2B5EF4-FFF2-40B4-BE49-F238E27FC236}">
                <a16:creationId xmlns:a16="http://schemas.microsoft.com/office/drawing/2014/main" id="{128DBC7B-29F7-4BEF-824C-9FBEE9B04C65}"/>
              </a:ext>
            </a:extLst>
          </p:cNvPr>
          <p:cNvSpPr>
            <a:spLocks xmlns:a="http://schemas.openxmlformats.org/drawingml/2006/main" noGrp="1"/>
          </p:cNvSpPr>
          <p:nvPr/>
        </p:nvSpPr>
        <p:spPr>
          <a:xfrm xmlns:a="http://schemas.openxmlformats.org/drawingml/2006/main">
            <a:off x="1117600" y="43998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86" name="Shape 84">
            <a:extLst xmlns:a="http://schemas.openxmlformats.org/drawingml/2006/main">
              <a:ext uri="{FF2B5EF4-FFF2-40B4-BE49-F238E27FC236}">
                <a16:creationId xmlns:a16="http://schemas.microsoft.com/office/drawing/2014/main" id="{CE996EE5-D93C-44DE-9EE8-DEE7CCB39DF3}"/>
              </a:ext>
            </a:extLst>
          </p:cNvPr>
          <p:cNvSpPr>
            <a:spLocks xmlns:a="http://schemas.openxmlformats.org/drawingml/2006/main" noGrp="1"/>
          </p:cNvSpPr>
          <p:nvPr/>
        </p:nvSpPr>
        <p:spPr>
          <a:xfrm xmlns:a="http://schemas.openxmlformats.org/drawingml/2006/main">
            <a:off x="1422400" y="43998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87" name="Shape 85">
            <a:extLst xmlns:a="http://schemas.openxmlformats.org/drawingml/2006/main">
              <a:ext uri="{FF2B5EF4-FFF2-40B4-BE49-F238E27FC236}">
                <a16:creationId xmlns:a16="http://schemas.microsoft.com/office/drawing/2014/main" id="{5EB494FF-7D71-43AD-A374-AFE778E4DC6F}"/>
              </a:ext>
            </a:extLst>
          </p:cNvPr>
          <p:cNvSpPr>
            <a:spLocks xmlns:a="http://schemas.openxmlformats.org/drawingml/2006/main" noGrp="1"/>
          </p:cNvSpPr>
          <p:nvPr/>
        </p:nvSpPr>
        <p:spPr>
          <a:xfrm xmlns:a="http://schemas.openxmlformats.org/drawingml/2006/main">
            <a:off x="1727200" y="43998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88" name="Shape 86">
            <a:extLst xmlns:a="http://schemas.openxmlformats.org/drawingml/2006/main">
              <a:ext uri="{FF2B5EF4-FFF2-40B4-BE49-F238E27FC236}">
                <a16:creationId xmlns:a16="http://schemas.microsoft.com/office/drawing/2014/main" id="{59180920-7E6F-4F5B-9E01-AE0F143767E7}"/>
              </a:ext>
            </a:extLst>
          </p:cNvPr>
          <p:cNvSpPr>
            <a:spLocks xmlns:a="http://schemas.openxmlformats.org/drawingml/2006/main" noGrp="1"/>
          </p:cNvSpPr>
          <p:nvPr/>
        </p:nvSpPr>
        <p:spPr>
          <a:xfrm xmlns:a="http://schemas.openxmlformats.org/drawingml/2006/main">
            <a:off x="2032000" y="43998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89" name="Shape 87">
            <a:extLst xmlns:a="http://schemas.openxmlformats.org/drawingml/2006/main">
              <a:ext uri="{FF2B5EF4-FFF2-40B4-BE49-F238E27FC236}">
                <a16:creationId xmlns:a16="http://schemas.microsoft.com/office/drawing/2014/main" id="{7CCED138-6693-4363-B8CF-1EC8D82C6264}"/>
              </a:ext>
            </a:extLst>
          </p:cNvPr>
          <p:cNvSpPr>
            <a:spLocks xmlns:a="http://schemas.openxmlformats.org/drawingml/2006/main" noGrp="1"/>
          </p:cNvSpPr>
          <p:nvPr/>
        </p:nvSpPr>
        <p:spPr>
          <a:xfrm xmlns:a="http://schemas.openxmlformats.org/drawingml/2006/main">
            <a:off x="2336800" y="43998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90" name="Shape 88">
            <a:extLst xmlns:a="http://schemas.openxmlformats.org/drawingml/2006/main">
              <a:ext uri="{FF2B5EF4-FFF2-40B4-BE49-F238E27FC236}">
                <a16:creationId xmlns:a16="http://schemas.microsoft.com/office/drawing/2014/main" id="{1BB89F18-345C-46B2-B824-3C88093FBA7B}"/>
              </a:ext>
            </a:extLst>
          </p:cNvPr>
          <p:cNvSpPr>
            <a:spLocks xmlns:a="http://schemas.openxmlformats.org/drawingml/2006/main" noGrp="1"/>
          </p:cNvSpPr>
          <p:nvPr/>
        </p:nvSpPr>
        <p:spPr>
          <a:xfrm xmlns:a="http://schemas.openxmlformats.org/drawingml/2006/main">
            <a:off x="2641600" y="43998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91" name="Shape 89">
            <a:extLst xmlns:a="http://schemas.openxmlformats.org/drawingml/2006/main">
              <a:ext uri="{FF2B5EF4-FFF2-40B4-BE49-F238E27FC236}">
                <a16:creationId xmlns:a16="http://schemas.microsoft.com/office/drawing/2014/main" id="{12F12908-821C-4742-A7DF-077ECAAE3AF2}"/>
              </a:ext>
            </a:extLst>
          </p:cNvPr>
          <p:cNvSpPr>
            <a:spLocks xmlns:a="http://schemas.openxmlformats.org/drawingml/2006/main" noGrp="1"/>
          </p:cNvSpPr>
          <p:nvPr/>
        </p:nvSpPr>
        <p:spPr>
          <a:xfrm xmlns:a="http://schemas.openxmlformats.org/drawingml/2006/main">
            <a:off x="2946400" y="43998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92" name="Shape 90">
            <a:extLst xmlns:a="http://schemas.openxmlformats.org/drawingml/2006/main">
              <a:ext uri="{FF2B5EF4-FFF2-40B4-BE49-F238E27FC236}">
                <a16:creationId xmlns:a16="http://schemas.microsoft.com/office/drawing/2014/main" id="{EA6B08A1-EFB2-4AFD-990C-73D992368171}"/>
              </a:ext>
            </a:extLst>
          </p:cNvPr>
          <p:cNvSpPr>
            <a:spLocks xmlns:a="http://schemas.openxmlformats.org/drawingml/2006/main" noGrp="1"/>
          </p:cNvSpPr>
          <p:nvPr/>
        </p:nvSpPr>
        <p:spPr>
          <a:xfrm xmlns:a="http://schemas.openxmlformats.org/drawingml/2006/main">
            <a:off x="3251200" y="43998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93" name="Shape 91">
            <a:extLst xmlns:a="http://schemas.openxmlformats.org/drawingml/2006/main">
              <a:ext uri="{FF2B5EF4-FFF2-40B4-BE49-F238E27FC236}">
                <a16:creationId xmlns:a16="http://schemas.microsoft.com/office/drawing/2014/main" id="{0516230D-CB1C-4266-811D-47218EE981D1}"/>
              </a:ext>
            </a:extLst>
          </p:cNvPr>
          <p:cNvSpPr>
            <a:spLocks xmlns:a="http://schemas.openxmlformats.org/drawingml/2006/main" noGrp="1"/>
          </p:cNvSpPr>
          <p:nvPr/>
        </p:nvSpPr>
        <p:spPr>
          <a:xfrm xmlns:a="http://schemas.openxmlformats.org/drawingml/2006/main">
            <a:off x="3556000" y="43998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94" name="Shape 92">
            <a:extLst xmlns:a="http://schemas.openxmlformats.org/drawingml/2006/main">
              <a:ext uri="{FF2B5EF4-FFF2-40B4-BE49-F238E27FC236}">
                <a16:creationId xmlns:a16="http://schemas.microsoft.com/office/drawing/2014/main" id="{3C739007-6B36-4042-9E12-7B760125C81F}"/>
              </a:ext>
            </a:extLst>
          </p:cNvPr>
          <p:cNvSpPr>
            <a:spLocks xmlns:a="http://schemas.openxmlformats.org/drawingml/2006/main" noGrp="1"/>
          </p:cNvSpPr>
          <p:nvPr/>
        </p:nvSpPr>
        <p:spPr>
          <a:xfrm xmlns:a="http://schemas.openxmlformats.org/drawingml/2006/main">
            <a:off x="812800" y="47046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95" name="Shape 93">
            <a:extLst xmlns:a="http://schemas.openxmlformats.org/drawingml/2006/main">
              <a:ext uri="{FF2B5EF4-FFF2-40B4-BE49-F238E27FC236}">
                <a16:creationId xmlns:a16="http://schemas.microsoft.com/office/drawing/2014/main" id="{B4869A76-E7BD-464C-8339-9132C13D078B}"/>
              </a:ext>
            </a:extLst>
          </p:cNvPr>
          <p:cNvSpPr>
            <a:spLocks xmlns:a="http://schemas.openxmlformats.org/drawingml/2006/main" noGrp="1"/>
          </p:cNvSpPr>
          <p:nvPr/>
        </p:nvSpPr>
        <p:spPr>
          <a:xfrm xmlns:a="http://schemas.openxmlformats.org/drawingml/2006/main">
            <a:off x="1117600" y="47046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96" name="Shape 94">
            <a:extLst xmlns:a="http://schemas.openxmlformats.org/drawingml/2006/main">
              <a:ext uri="{FF2B5EF4-FFF2-40B4-BE49-F238E27FC236}">
                <a16:creationId xmlns:a16="http://schemas.microsoft.com/office/drawing/2014/main" id="{D760FBD7-F830-42D8-AE23-9127D42E7891}"/>
              </a:ext>
            </a:extLst>
          </p:cNvPr>
          <p:cNvSpPr>
            <a:spLocks xmlns:a="http://schemas.openxmlformats.org/drawingml/2006/main" noGrp="1"/>
          </p:cNvSpPr>
          <p:nvPr/>
        </p:nvSpPr>
        <p:spPr>
          <a:xfrm xmlns:a="http://schemas.openxmlformats.org/drawingml/2006/main">
            <a:off x="1422400" y="47046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97" name="Shape 95">
            <a:extLst xmlns:a="http://schemas.openxmlformats.org/drawingml/2006/main">
              <a:ext uri="{FF2B5EF4-FFF2-40B4-BE49-F238E27FC236}">
                <a16:creationId xmlns:a16="http://schemas.microsoft.com/office/drawing/2014/main" id="{8A8338A7-7613-4EF5-8194-E418220709B5}"/>
              </a:ext>
            </a:extLst>
          </p:cNvPr>
          <p:cNvSpPr>
            <a:spLocks xmlns:a="http://schemas.openxmlformats.org/drawingml/2006/main" noGrp="1"/>
          </p:cNvSpPr>
          <p:nvPr/>
        </p:nvSpPr>
        <p:spPr>
          <a:xfrm xmlns:a="http://schemas.openxmlformats.org/drawingml/2006/main">
            <a:off x="1727200" y="47046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98" name="Shape 96">
            <a:extLst xmlns:a="http://schemas.openxmlformats.org/drawingml/2006/main">
              <a:ext uri="{FF2B5EF4-FFF2-40B4-BE49-F238E27FC236}">
                <a16:creationId xmlns:a16="http://schemas.microsoft.com/office/drawing/2014/main" id="{B8791065-C52A-40E7-A653-1DAFDE4772B7}"/>
              </a:ext>
            </a:extLst>
          </p:cNvPr>
          <p:cNvSpPr>
            <a:spLocks xmlns:a="http://schemas.openxmlformats.org/drawingml/2006/main" noGrp="1"/>
          </p:cNvSpPr>
          <p:nvPr/>
        </p:nvSpPr>
        <p:spPr>
          <a:xfrm xmlns:a="http://schemas.openxmlformats.org/drawingml/2006/main">
            <a:off x="2032000" y="47046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99" name="Shape 97">
            <a:extLst xmlns:a="http://schemas.openxmlformats.org/drawingml/2006/main">
              <a:ext uri="{FF2B5EF4-FFF2-40B4-BE49-F238E27FC236}">
                <a16:creationId xmlns:a16="http://schemas.microsoft.com/office/drawing/2014/main" id="{26B41A43-9892-44DE-A9BF-A9353E9B7E76}"/>
              </a:ext>
            </a:extLst>
          </p:cNvPr>
          <p:cNvSpPr>
            <a:spLocks xmlns:a="http://schemas.openxmlformats.org/drawingml/2006/main" noGrp="1"/>
          </p:cNvSpPr>
          <p:nvPr/>
        </p:nvSpPr>
        <p:spPr>
          <a:xfrm xmlns:a="http://schemas.openxmlformats.org/drawingml/2006/main">
            <a:off x="2336800" y="47046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100" name="Shape 98">
            <a:extLst xmlns:a="http://schemas.openxmlformats.org/drawingml/2006/main">
              <a:ext uri="{FF2B5EF4-FFF2-40B4-BE49-F238E27FC236}">
                <a16:creationId xmlns:a16="http://schemas.microsoft.com/office/drawing/2014/main" id="{95270C44-4AC0-47A4-8E6C-146E6CB52BD7}"/>
              </a:ext>
            </a:extLst>
          </p:cNvPr>
          <p:cNvSpPr>
            <a:spLocks xmlns:a="http://schemas.openxmlformats.org/drawingml/2006/main" noGrp="1"/>
          </p:cNvSpPr>
          <p:nvPr/>
        </p:nvSpPr>
        <p:spPr>
          <a:xfrm xmlns:a="http://schemas.openxmlformats.org/drawingml/2006/main">
            <a:off x="2641600" y="47046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101" name="Shape 99">
            <a:extLst xmlns:a="http://schemas.openxmlformats.org/drawingml/2006/main">
              <a:ext uri="{FF2B5EF4-FFF2-40B4-BE49-F238E27FC236}">
                <a16:creationId xmlns:a16="http://schemas.microsoft.com/office/drawing/2014/main" id="{F46ACBAA-3487-4F1B-9352-BF9C8ED863D8}"/>
              </a:ext>
            </a:extLst>
          </p:cNvPr>
          <p:cNvSpPr>
            <a:spLocks xmlns:a="http://schemas.openxmlformats.org/drawingml/2006/main" noGrp="1"/>
          </p:cNvSpPr>
          <p:nvPr/>
        </p:nvSpPr>
        <p:spPr>
          <a:xfrm xmlns:a="http://schemas.openxmlformats.org/drawingml/2006/main">
            <a:off x="2946400" y="47046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102" name="Shape 100">
            <a:extLst xmlns:a="http://schemas.openxmlformats.org/drawingml/2006/main">
              <a:ext uri="{FF2B5EF4-FFF2-40B4-BE49-F238E27FC236}">
                <a16:creationId xmlns:a16="http://schemas.microsoft.com/office/drawing/2014/main" id="{D15B86B1-250E-46C2-A455-A785DFE5903D}"/>
              </a:ext>
            </a:extLst>
          </p:cNvPr>
          <p:cNvSpPr>
            <a:spLocks xmlns:a="http://schemas.openxmlformats.org/drawingml/2006/main" noGrp="1"/>
          </p:cNvSpPr>
          <p:nvPr/>
        </p:nvSpPr>
        <p:spPr>
          <a:xfrm xmlns:a="http://schemas.openxmlformats.org/drawingml/2006/main">
            <a:off x="3251200" y="4704655"/>
            <a:ext cx="228600" cy="228600"/>
          </a:xfrm>
          <a:prstGeom xmlns:a="http://schemas.openxmlformats.org/drawingml/2006/main" prst="roundRect">
            <a:avLst>
              <a:gd name="adj" fmla="val 50000"/>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103" name="Shape 101">
            <a:extLst xmlns:a="http://schemas.openxmlformats.org/drawingml/2006/main">
              <a:ext uri="{FF2B5EF4-FFF2-40B4-BE49-F238E27FC236}">
                <a16:creationId xmlns:a16="http://schemas.microsoft.com/office/drawing/2014/main" id="{18752AED-D7F3-44A6-AD0F-BD55A498F03E}"/>
              </a:ext>
            </a:extLst>
          </p:cNvPr>
          <p:cNvSpPr>
            <a:spLocks xmlns:a="http://schemas.openxmlformats.org/drawingml/2006/main" noGrp="1"/>
          </p:cNvSpPr>
          <p:nvPr/>
        </p:nvSpPr>
        <p:spPr>
          <a:xfrm xmlns:a="http://schemas.openxmlformats.org/drawingml/2006/main">
            <a:off x="3556000" y="4704655"/>
            <a:ext cx="228600" cy="228600"/>
          </a:xfrm>
          <a:prstGeom xmlns:a="http://schemas.openxmlformats.org/drawingml/2006/main" prst="roundRect">
            <a:avLst>
              <a:gd name="adj" fmla="val 50000"/>
            </a:avLst>
          </a:prstGeom>
          <a:solidFill xmlns:a="http://schemas.openxmlformats.org/drawingml/2006/main">
            <a:srgbClr val="CFCBBE"/>
          </a:solidFill>
        </p:spPr>
        <p:txBody>
          <a:bodyPr xmlns:a="http://schemas.openxmlformats.org/drawingml/2006/main"/>
          <a:lstStyle xmlns:a="http://schemas.openxmlformats.org/drawingml/2006/main"/>
          <a:p xmlns:a="http://schemas.openxmlformats.org/drawingml/2006/main">
            <a:endParaRPr/>
          </a:p>
        </p:txBody>
      </p:sp>
      <p:sp>
        <p:nvSpPr>
          <p:cNvPr id="104" name="Text 102">
            <a:extLst xmlns:a="http://schemas.openxmlformats.org/drawingml/2006/main">
              <a:ext uri="{FF2B5EF4-FFF2-40B4-BE49-F238E27FC236}">
                <a16:creationId xmlns:a16="http://schemas.microsoft.com/office/drawing/2014/main" id="{9252A971-342D-4AE6-91B2-C8EBD3285C94}"/>
              </a:ext>
            </a:extLst>
          </p:cNvPr>
          <p:cNvSpPr>
            <a:spLocks xmlns:a="http://schemas.openxmlformats.org/drawingml/2006/main" noGrp="1"/>
          </p:cNvSpPr>
          <p:nvPr/>
        </p:nvSpPr>
        <p:spPr>
          <a:xfrm xmlns:a="http://schemas.openxmlformats.org/drawingml/2006/main">
            <a:off x="812800" y="4964807"/>
            <a:ext cx="3139440" cy="902593"/>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746"/>
              </a:lnSpc>
              <a:buNone/>
            </a:pPr>
            <a:r>
              <a:rPr sz="1343" b="1">
                <a:solidFill>
                  <a:srgbClr val="16222F"/>
                </a:solidFill>
                <a:latin typeface="Arial"/>
                <a:ea typeface="Arial"/>
                <a:cs typeface="Arial"/>
              </a:rPr>
              <a:t>22 de cada 100</a:t>
            </a:r>
            <a:r>
              <a:rPr sz="1343">
                <a:solidFill>
                  <a:srgbClr val="55606B"/>
                </a:solidFill>
                <a:latin typeface="Arial"/>
                <a:ea typeface="Arial"/>
                <a:cs typeface="Arial"/>
              </a:rPr>
              <a:t> vuelos llegaron con 15 minutos o más de retraso (ene–jul 2022). Las fichas ámbar son esos vuelos.</a:t>
            </a:r>
            <a:endParaRPr sz="1343"/>
          </a:p>
        </p:txBody>
      </p:sp>
      <p:sp>
        <p:nvSpPr>
          <p:cNvPr id="105" name="Text 103">
            <a:extLst xmlns:a="http://schemas.openxmlformats.org/drawingml/2006/main">
              <a:ext uri="{FF2B5EF4-FFF2-40B4-BE49-F238E27FC236}">
                <a16:creationId xmlns:a16="http://schemas.microsoft.com/office/drawing/2014/main" id="{29F92798-E088-4359-820C-F00187838185}"/>
              </a:ext>
            </a:extLst>
          </p:cNvPr>
          <p:cNvSpPr>
            <a:spLocks xmlns:a="http://schemas.openxmlformats.org/drawingml/2006/main" noGrp="1"/>
          </p:cNvSpPr>
          <p:nvPr/>
        </p:nvSpPr>
        <p:spPr>
          <a:xfrm xmlns:a="http://schemas.openxmlformats.org/drawingml/2006/main">
            <a:off x="4318000" y="1961455"/>
            <a:ext cx="7273036" cy="273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b="1">
                <a:solidFill>
                  <a:srgbClr val="55606B"/>
                </a:solidFill>
                <a:latin typeface="Arial"/>
                <a:ea typeface="Arial"/>
                <a:cs typeface="Arial"/>
              </a:rPr>
              <a:t>La pregunta</a:t>
            </a:r>
            <a:endParaRPr sz="1400"/>
          </a:p>
        </p:txBody>
      </p:sp>
      <p:sp>
        <p:nvSpPr>
          <p:cNvPr id="106" name="Text 104">
            <a:extLst xmlns:a="http://schemas.openxmlformats.org/drawingml/2006/main">
              <a:ext uri="{FF2B5EF4-FFF2-40B4-BE49-F238E27FC236}">
                <a16:creationId xmlns:a16="http://schemas.microsoft.com/office/drawing/2014/main" id="{5A75808B-657B-48A0-9AB2-F0735278CB56}"/>
              </a:ext>
            </a:extLst>
          </p:cNvPr>
          <p:cNvSpPr>
            <a:spLocks xmlns:a="http://schemas.openxmlformats.org/drawingml/2006/main" noGrp="1"/>
          </p:cNvSpPr>
          <p:nvPr/>
        </p:nvSpPr>
        <p:spPr>
          <a:xfrm xmlns:a="http://schemas.openxmlformats.org/drawingml/2006/main">
            <a:off x="4318000" y="2285305"/>
            <a:ext cx="7273036" cy="9779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500"/>
              </a:lnSpc>
              <a:buNone/>
            </a:pPr>
            <a:r>
              <a:rPr sz="2000">
                <a:solidFill>
                  <a:srgbClr val="16222F"/>
                </a:solidFill>
                <a:latin typeface="Arial"/>
                <a:ea typeface="Arial"/>
                <a:cs typeface="Arial"/>
              </a:rPr>
              <a:t>¿Qué vuelos tienen mayor riesgo de llegar 15 min tarde, calculado 24 h antes?</a:t>
            </a:r>
            <a:endParaRPr sz="2000"/>
          </a:p>
        </p:txBody>
      </p:sp>
      <p:sp>
        <p:nvSpPr>
          <p:cNvPr id="107" name="Shape 105">
            <a:extLst xmlns:a="http://schemas.openxmlformats.org/drawingml/2006/main">
              <a:ext uri="{FF2B5EF4-FFF2-40B4-BE49-F238E27FC236}">
                <a16:creationId xmlns:a16="http://schemas.microsoft.com/office/drawing/2014/main" id="{C329FBA7-A597-496E-BFC5-47232C3B3BD9}"/>
              </a:ext>
            </a:extLst>
          </p:cNvPr>
          <p:cNvSpPr>
            <a:spLocks xmlns:a="http://schemas.openxmlformats.org/drawingml/2006/main" noGrp="1"/>
          </p:cNvSpPr>
          <p:nvPr/>
        </p:nvSpPr>
        <p:spPr>
          <a:xfrm xmlns:a="http://schemas.openxmlformats.org/drawingml/2006/main">
            <a:off x="4321175" y="3444180"/>
            <a:ext cx="2262684" cy="990600"/>
          </a:xfrm>
          <a:prstGeom xmlns:a="http://schemas.openxmlformats.org/drawingml/2006/main" prst="roundRect">
            <a:avLst>
              <a:gd name="adj" fmla="val 9936"/>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108" name="Text 106">
            <a:extLst xmlns:a="http://schemas.openxmlformats.org/drawingml/2006/main">
              <a:ext uri="{FF2B5EF4-FFF2-40B4-BE49-F238E27FC236}">
                <a16:creationId xmlns:a16="http://schemas.microsoft.com/office/drawing/2014/main" id="{2C9C1C76-E804-4802-851C-1320F9026CFE}"/>
              </a:ext>
            </a:extLst>
          </p:cNvPr>
          <p:cNvSpPr>
            <a:spLocks xmlns:a="http://schemas.openxmlformats.org/drawingml/2006/main" noGrp="1"/>
          </p:cNvSpPr>
          <p:nvPr/>
        </p:nvSpPr>
        <p:spPr>
          <a:xfrm xmlns:a="http://schemas.openxmlformats.org/drawingml/2006/main">
            <a:off x="4476750" y="3599755"/>
            <a:ext cx="201008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a:solidFill>
                  <a:srgbClr val="176B7B"/>
                </a:solidFill>
                <a:latin typeface="Arial"/>
                <a:ea typeface="Arial"/>
                <a:cs typeface="Arial"/>
              </a:rPr>
              <a:t>Usuario</a:t>
            </a:r>
            <a:endParaRPr sz="1200"/>
          </a:p>
        </p:txBody>
      </p:sp>
      <p:sp>
        <p:nvSpPr>
          <p:cNvPr id="109" name="Text 107">
            <a:extLst xmlns:a="http://schemas.openxmlformats.org/drawingml/2006/main">
              <a:ext uri="{FF2B5EF4-FFF2-40B4-BE49-F238E27FC236}">
                <a16:creationId xmlns:a16="http://schemas.microsoft.com/office/drawing/2014/main" id="{25B866DD-B68C-4A1F-A271-A4DB97886381}"/>
              </a:ext>
            </a:extLst>
          </p:cNvPr>
          <p:cNvSpPr>
            <a:spLocks xmlns:a="http://schemas.openxmlformats.org/drawingml/2006/main" noGrp="1"/>
          </p:cNvSpPr>
          <p:nvPr/>
        </p:nvSpPr>
        <p:spPr>
          <a:xfrm xmlns:a="http://schemas.openxmlformats.org/drawingml/2006/main">
            <a:off x="4476750" y="3860105"/>
            <a:ext cx="2010080"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300">
                <a:solidFill>
                  <a:srgbClr val="16222F"/>
                </a:solidFill>
                <a:latin typeface="Arial"/>
                <a:ea typeface="Arial"/>
                <a:cs typeface="Arial"/>
              </a:rPr>
              <a:t>Equipo de planificación de aerolínea</a:t>
            </a:r>
            <a:endParaRPr sz="1300"/>
          </a:p>
        </p:txBody>
      </p:sp>
      <p:sp>
        <p:nvSpPr>
          <p:cNvPr id="110" name="Shape 108">
            <a:extLst xmlns:a="http://schemas.openxmlformats.org/drawingml/2006/main">
              <a:ext uri="{FF2B5EF4-FFF2-40B4-BE49-F238E27FC236}">
                <a16:creationId xmlns:a16="http://schemas.microsoft.com/office/drawing/2014/main" id="{A78FE958-B9E9-4253-818A-2BD0DD9328F7}"/>
              </a:ext>
            </a:extLst>
          </p:cNvPr>
          <p:cNvSpPr>
            <a:spLocks xmlns:a="http://schemas.openxmlformats.org/drawingml/2006/main" noGrp="1"/>
          </p:cNvSpPr>
          <p:nvPr/>
        </p:nvSpPr>
        <p:spPr>
          <a:xfrm xmlns:a="http://schemas.openxmlformats.org/drawingml/2006/main">
            <a:off x="6717209" y="3444180"/>
            <a:ext cx="2262684" cy="990600"/>
          </a:xfrm>
          <a:prstGeom xmlns:a="http://schemas.openxmlformats.org/drawingml/2006/main" prst="roundRect">
            <a:avLst>
              <a:gd name="adj" fmla="val 9936"/>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111" name="Text 109">
            <a:extLst xmlns:a="http://schemas.openxmlformats.org/drawingml/2006/main">
              <a:ext uri="{FF2B5EF4-FFF2-40B4-BE49-F238E27FC236}">
                <a16:creationId xmlns:a16="http://schemas.microsoft.com/office/drawing/2014/main" id="{14D69F7D-16F9-40F0-AFA8-80200C92ABAD}"/>
              </a:ext>
            </a:extLst>
          </p:cNvPr>
          <p:cNvSpPr>
            <a:spLocks xmlns:a="http://schemas.openxmlformats.org/drawingml/2006/main" noGrp="1"/>
          </p:cNvSpPr>
          <p:nvPr/>
        </p:nvSpPr>
        <p:spPr>
          <a:xfrm xmlns:a="http://schemas.openxmlformats.org/drawingml/2006/main">
            <a:off x="6872784" y="3599755"/>
            <a:ext cx="201008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a:solidFill>
                  <a:srgbClr val="176B7B"/>
                </a:solidFill>
                <a:latin typeface="Arial"/>
                <a:ea typeface="Arial"/>
                <a:cs typeface="Arial"/>
              </a:rPr>
              <a:t>Unidad</a:t>
            </a:r>
            <a:endParaRPr sz="1200"/>
          </a:p>
        </p:txBody>
      </p:sp>
      <p:sp>
        <p:nvSpPr>
          <p:cNvPr id="112" name="Text 110">
            <a:extLst xmlns:a="http://schemas.openxmlformats.org/drawingml/2006/main">
              <a:ext uri="{FF2B5EF4-FFF2-40B4-BE49-F238E27FC236}">
                <a16:creationId xmlns:a16="http://schemas.microsoft.com/office/drawing/2014/main" id="{25BE786F-AE5F-4A33-9CBB-70C57066321A}"/>
              </a:ext>
            </a:extLst>
          </p:cNvPr>
          <p:cNvSpPr>
            <a:spLocks xmlns:a="http://schemas.openxmlformats.org/drawingml/2006/main" noGrp="1"/>
          </p:cNvSpPr>
          <p:nvPr/>
        </p:nvSpPr>
        <p:spPr>
          <a:xfrm xmlns:a="http://schemas.openxmlformats.org/drawingml/2006/main">
            <a:off x="6872784" y="3860105"/>
            <a:ext cx="201008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300">
                <a:solidFill>
                  <a:srgbClr val="16222F"/>
                </a:solidFill>
                <a:latin typeface="Arial"/>
                <a:ea typeface="Arial"/>
                <a:cs typeface="Arial"/>
              </a:rPr>
              <a:t>Un vuelo programado</a:t>
            </a:r>
            <a:endParaRPr sz="1300"/>
          </a:p>
        </p:txBody>
      </p:sp>
      <p:sp>
        <p:nvSpPr>
          <p:cNvPr id="113" name="Shape 111">
            <a:extLst xmlns:a="http://schemas.openxmlformats.org/drawingml/2006/main">
              <a:ext uri="{FF2B5EF4-FFF2-40B4-BE49-F238E27FC236}">
                <a16:creationId xmlns:a16="http://schemas.microsoft.com/office/drawing/2014/main" id="{A8C4ADF7-E804-4785-BFD4-FCC9495AAB46}"/>
              </a:ext>
            </a:extLst>
          </p:cNvPr>
          <p:cNvSpPr>
            <a:spLocks xmlns:a="http://schemas.openxmlformats.org/drawingml/2006/main" noGrp="1"/>
          </p:cNvSpPr>
          <p:nvPr/>
        </p:nvSpPr>
        <p:spPr>
          <a:xfrm xmlns:a="http://schemas.openxmlformats.org/drawingml/2006/main">
            <a:off x="9113242" y="3444180"/>
            <a:ext cx="2262684" cy="990600"/>
          </a:xfrm>
          <a:prstGeom xmlns:a="http://schemas.openxmlformats.org/drawingml/2006/main" prst="roundRect">
            <a:avLst>
              <a:gd name="adj" fmla="val 9936"/>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114" name="Text 112">
            <a:extLst xmlns:a="http://schemas.openxmlformats.org/drawingml/2006/main">
              <a:ext uri="{FF2B5EF4-FFF2-40B4-BE49-F238E27FC236}">
                <a16:creationId xmlns:a16="http://schemas.microsoft.com/office/drawing/2014/main" id="{F5B7F46E-5BA7-439D-A3DC-ADBF13430A23}"/>
              </a:ext>
            </a:extLst>
          </p:cNvPr>
          <p:cNvSpPr>
            <a:spLocks xmlns:a="http://schemas.openxmlformats.org/drawingml/2006/main" noGrp="1"/>
          </p:cNvSpPr>
          <p:nvPr/>
        </p:nvSpPr>
        <p:spPr>
          <a:xfrm xmlns:a="http://schemas.openxmlformats.org/drawingml/2006/main">
            <a:off x="9268817" y="3599755"/>
            <a:ext cx="201008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a:solidFill>
                  <a:srgbClr val="176B7B"/>
                </a:solidFill>
                <a:latin typeface="Arial"/>
                <a:ea typeface="Arial"/>
                <a:cs typeface="Arial"/>
              </a:rPr>
              <a:t>Alcance</a:t>
            </a:r>
            <a:endParaRPr sz="1200"/>
          </a:p>
        </p:txBody>
      </p:sp>
      <p:sp>
        <p:nvSpPr>
          <p:cNvPr id="115" name="Text 113">
            <a:extLst xmlns:a="http://schemas.openxmlformats.org/drawingml/2006/main">
              <a:ext uri="{FF2B5EF4-FFF2-40B4-BE49-F238E27FC236}">
                <a16:creationId xmlns:a16="http://schemas.microsoft.com/office/drawing/2014/main" id="{EBF346D3-261F-435E-8814-DE6E2B0C02B4}"/>
              </a:ext>
            </a:extLst>
          </p:cNvPr>
          <p:cNvSpPr>
            <a:spLocks xmlns:a="http://schemas.openxmlformats.org/drawingml/2006/main" noGrp="1"/>
          </p:cNvSpPr>
          <p:nvPr/>
        </p:nvSpPr>
        <p:spPr>
          <a:xfrm xmlns:a="http://schemas.openxmlformats.org/drawingml/2006/main">
            <a:off x="9268817" y="3860105"/>
            <a:ext cx="2010080"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300">
                <a:solidFill>
                  <a:srgbClr val="16222F"/>
                </a:solidFill>
                <a:latin typeface="Arial"/>
                <a:ea typeface="Arial"/>
                <a:cs typeface="Arial"/>
              </a:rPr>
              <a:t>Todos; alertas para riesgo alto</a:t>
            </a:r>
            <a:endParaRPr sz="1300"/>
          </a:p>
        </p:txBody>
      </p:sp>
      <p:sp>
        <p:nvSpPr>
          <p:cNvPr id="116" name="Shape 114">
            <a:extLst xmlns:a="http://schemas.openxmlformats.org/drawingml/2006/main">
              <a:ext uri="{FF2B5EF4-FFF2-40B4-BE49-F238E27FC236}">
                <a16:creationId xmlns:a16="http://schemas.microsoft.com/office/drawing/2014/main" id="{B125803C-0FBE-4083-A149-835B36A54472}"/>
              </a:ext>
            </a:extLst>
          </p:cNvPr>
          <p:cNvSpPr>
            <a:spLocks xmlns:a="http://schemas.openxmlformats.org/drawingml/2006/main" noGrp="1"/>
          </p:cNvSpPr>
          <p:nvPr/>
        </p:nvSpPr>
        <p:spPr>
          <a:xfrm xmlns:a="http://schemas.openxmlformats.org/drawingml/2006/main">
            <a:off x="4318000" y="4641155"/>
            <a:ext cx="7061200" cy="552450"/>
          </a:xfrm>
          <a:prstGeom xmlns:a="http://schemas.openxmlformats.org/drawingml/2006/main" prst="roundRect">
            <a:avLst>
              <a:gd name="adj" fmla="val 18391"/>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117" name="Text 115">
            <a:extLst xmlns:a="http://schemas.openxmlformats.org/drawingml/2006/main">
              <a:ext uri="{FF2B5EF4-FFF2-40B4-BE49-F238E27FC236}">
                <a16:creationId xmlns:a16="http://schemas.microsoft.com/office/drawing/2014/main" id="{C15FA25A-7453-4556-BA61-AFCA19199EA9}"/>
              </a:ext>
            </a:extLst>
          </p:cNvPr>
          <p:cNvSpPr>
            <a:spLocks xmlns:a="http://schemas.openxmlformats.org/drawingml/2006/main" noGrp="1"/>
          </p:cNvSpPr>
          <p:nvPr/>
        </p:nvSpPr>
        <p:spPr>
          <a:xfrm xmlns:a="http://schemas.openxmlformats.org/drawingml/2006/main">
            <a:off x="4521200" y="4768155"/>
            <a:ext cx="6854444"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380"/>
              </a:lnSpc>
              <a:buNone/>
            </a:pPr>
            <a:r>
              <a:rPr sz="1700" b="1">
                <a:solidFill>
                  <a:srgbClr val="13243B"/>
                </a:solidFill>
                <a:latin typeface="Arial"/>
                <a:ea typeface="Arial"/>
                <a:cs typeface="Arial"/>
              </a:rPr>
              <a:t>EE. UU. como base; Colombia como propuesta; 24 h es un supuesto.</a:t>
            </a:r>
            <a:endParaRPr sz="1700"/>
          </a:p>
        </p:txBody>
      </p:sp>
      <p:sp>
        <p:nvSpPr>
          <p:cNvPr id="118" name="Text 116">
            <a:extLst xmlns:a="http://schemas.openxmlformats.org/drawingml/2006/main">
              <a:ext uri="{FF2B5EF4-FFF2-40B4-BE49-F238E27FC236}">
                <a16:creationId xmlns:a16="http://schemas.microsoft.com/office/drawing/2014/main" id="{B5BF68F2-0AF0-47DB-9CC7-6E813D35B0A4}"/>
              </a:ext>
            </a:extLst>
          </p:cNvPr>
          <p:cNvSpPr>
            <a:spLocks xmlns:a="http://schemas.openxmlformats.org/drawingml/2006/main" noGrp="1"/>
          </p:cNvSpPr>
          <p:nvPr/>
        </p:nvSpPr>
        <p:spPr>
          <a:xfrm xmlns:a="http://schemas.openxmlformats.org/drawingml/2006/main">
            <a:off x="812800" y="6242050"/>
            <a:ext cx="850265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55606B"/>
                </a:solidFill>
                <a:latin typeface="Arial"/>
                <a:ea typeface="Arial"/>
                <a:cs typeface="Arial"/>
              </a:rPr>
              <a:t>Priorización de vuelos con riesgo de retraso · Herramientas de Big Data</a:t>
            </a:r>
            <a:endParaRPr sz="1200"/>
          </a:p>
        </p:txBody>
      </p:sp>
      <p:sp>
        <p:nvSpPr>
          <p:cNvPr id="119" name="Text 117">
            <a:extLst xmlns:a="http://schemas.openxmlformats.org/drawingml/2006/main">
              <a:ext uri="{FF2B5EF4-FFF2-40B4-BE49-F238E27FC236}">
                <a16:creationId xmlns:a16="http://schemas.microsoft.com/office/drawing/2014/main" id="{E0F1EBF9-B209-4137-94A9-23E858C57C31}"/>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55606B"/>
                </a:solidFill>
                <a:latin typeface="Arial"/>
                <a:ea typeface="Arial"/>
                <a:cs typeface="Arial"/>
              </a:rPr>
              <a:t>2</a:t>
            </a:r>
            <a:endParaRPr sz="1200"/>
          </a:p>
        </p:txBody>
      </p:sp>
    </p:spTree>
    <p:extLst>
      <p:ext uri="{BB962C8B-B14F-4D97-AF65-F5344CB8AC3E}">
        <p14:creationId xmlns:p14="http://schemas.microsoft.com/office/powerpoint/2010/main" val="1342694381"/>
      </p:ext>
    </p:extLst>
  </p:cSld>
</p:sld>
</file>

<file path=ppt/slides/slide3.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B548BBA-51D0-436A-AA97-CE0FCCE9BBB3}"/>
              </a:ext>
            </a:extLst>
          </p:cNvPr>
          <p:cNvSpPr>
            <a:spLocks xmlns:a="http://schemas.openxmlformats.org/drawingml/2006/main" noGrp="1"/>
          </p:cNvSpPr>
          <p:nvPr/>
        </p:nvSpPr>
        <p:spPr>
          <a:xfrm xmlns:a="http://schemas.openxmlformats.org/drawingml/2006/main">
            <a:off x="812800" y="812800"/>
            <a:ext cx="10883392" cy="273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b="1" spc="100">
                <a:solidFill>
                  <a:srgbClr val="176B7B"/>
                </a:solidFill>
                <a:latin typeface="Arial"/>
                <a:ea typeface="Arial"/>
                <a:cs typeface="Arial"/>
              </a:rPr>
              <a:t>2 · LOS DATOS</a:t>
            </a:r>
            <a:endParaRPr sz="1400"/>
          </a:p>
        </p:txBody>
      </p:sp>
      <p:sp>
        <p:nvSpPr>
          <p:cNvPr id="3" name="Text 1">
            <a:extLst xmlns:a="http://schemas.openxmlformats.org/drawingml/2006/main">
              <a:ext uri="{FF2B5EF4-FFF2-40B4-BE49-F238E27FC236}">
                <a16:creationId xmlns:a16="http://schemas.microsoft.com/office/drawing/2014/main" id="{37C23967-A36E-403F-9041-9242DF1E9B6C}"/>
              </a:ext>
            </a:extLst>
          </p:cNvPr>
          <p:cNvSpPr>
            <a:spLocks xmlns:a="http://schemas.openxmlformats.org/drawingml/2006/main" noGrp="1"/>
          </p:cNvSpPr>
          <p:nvPr>
            <p:ph type="title" idx="0"/>
          </p:nvPr>
        </p:nvSpPr>
        <p:spPr>
          <a:xfrm xmlns:a="http://schemas.openxmlformats.org/drawingml/2006/main">
            <a:off x="812800" y="1314450"/>
            <a:ext cx="10883392"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300"/>
              </a:lnSpc>
              <a:buNone/>
            </a:pPr>
            <a:r>
              <a:rPr sz="3000" b="1" i="0">
                <a:solidFill>
                  <a:srgbClr val="16222F"/>
                </a:solidFill>
                <a:latin typeface="Arial"/>
                <a:ea typeface="Arial"/>
                <a:cs typeface="Arial"/>
              </a:rPr>
              <a:t>El Parquet analítico sin 2020 pesa 0,679 GB</a:t>
            </a:r>
            <a:endParaRPr sz="3000"/>
          </a:p>
        </p:txBody>
      </p:sp>
      <p:sp>
        <p:nvSpPr>
          <p:cNvPr id="4" name="Shape 2">
            <a:extLst xmlns:a="http://schemas.openxmlformats.org/drawingml/2006/main">
              <a:ext uri="{FF2B5EF4-FFF2-40B4-BE49-F238E27FC236}">
                <a16:creationId xmlns:a16="http://schemas.microsoft.com/office/drawing/2014/main" id="{E11F6259-B794-453B-88DF-167368D15CAC}"/>
              </a:ext>
            </a:extLst>
          </p:cNvPr>
          <p:cNvSpPr>
            <a:spLocks xmlns:a="http://schemas.openxmlformats.org/drawingml/2006/main" noGrp="1"/>
          </p:cNvSpPr>
          <p:nvPr/>
        </p:nvSpPr>
        <p:spPr>
          <a:xfrm xmlns:a="http://schemas.openxmlformats.org/drawingml/2006/main">
            <a:off x="815975" y="1990725"/>
            <a:ext cx="2524125" cy="1250950"/>
          </a:xfrm>
          <a:prstGeom xmlns:a="http://schemas.openxmlformats.org/drawingml/2006/main" prst="roundRect">
            <a:avLst>
              <a:gd name="adj" fmla="val 7868"/>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3">
            <a:extLst xmlns:a="http://schemas.openxmlformats.org/drawingml/2006/main">
              <a:ext uri="{FF2B5EF4-FFF2-40B4-BE49-F238E27FC236}">
                <a16:creationId xmlns:a16="http://schemas.microsoft.com/office/drawing/2014/main" id="{43C2B290-8315-4788-B9D3-7E0D62DD8312}"/>
              </a:ext>
            </a:extLst>
          </p:cNvPr>
          <p:cNvSpPr>
            <a:spLocks xmlns:a="http://schemas.openxmlformats.org/drawingml/2006/main" noGrp="1"/>
          </p:cNvSpPr>
          <p:nvPr/>
        </p:nvSpPr>
        <p:spPr>
          <a:xfrm xmlns:a="http://schemas.openxmlformats.org/drawingml/2006/main">
            <a:off x="996950" y="2171700"/>
            <a:ext cx="2227040"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300"/>
              </a:lnSpc>
              <a:buNone/>
            </a:pPr>
            <a:r>
              <a:rPr sz="3000" b="1">
                <a:solidFill>
                  <a:srgbClr val="176B7B"/>
                </a:solidFill>
                <a:latin typeface="Arial"/>
                <a:ea typeface="Arial"/>
                <a:cs typeface="Arial"/>
              </a:rPr>
              <a:t>10,21 GB</a:t>
            </a:r>
            <a:endParaRPr sz="3000"/>
          </a:p>
        </p:txBody>
      </p:sp>
      <p:sp>
        <p:nvSpPr>
          <p:cNvPr id="6" name="Text 4">
            <a:extLst xmlns:a="http://schemas.openxmlformats.org/drawingml/2006/main">
              <a:ext uri="{FF2B5EF4-FFF2-40B4-BE49-F238E27FC236}">
                <a16:creationId xmlns:a16="http://schemas.microsoft.com/office/drawing/2014/main" id="{D8367096-4CF5-4612-9B19-414618A17FB7}"/>
              </a:ext>
            </a:extLst>
          </p:cNvPr>
          <p:cNvSpPr>
            <a:spLocks xmlns:a="http://schemas.openxmlformats.org/drawingml/2006/main" noGrp="1"/>
          </p:cNvSpPr>
          <p:nvPr/>
        </p:nvSpPr>
        <p:spPr>
          <a:xfrm xmlns:a="http://schemas.openxmlformats.org/drawingml/2006/main">
            <a:off x="996950" y="2641600"/>
            <a:ext cx="222704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300">
                <a:solidFill>
                  <a:srgbClr val="55606B"/>
                </a:solidFill>
                <a:latin typeface="Arial"/>
                <a:ea typeface="Arial"/>
                <a:cs typeface="Arial"/>
              </a:rPr>
              <a:t>CSV original de Kaggle</a:t>
            </a:r>
            <a:endParaRPr sz="1300"/>
          </a:p>
        </p:txBody>
      </p:sp>
      <p:sp>
        <p:nvSpPr>
          <p:cNvPr id="7" name="Shape 5">
            <a:extLst xmlns:a="http://schemas.openxmlformats.org/drawingml/2006/main">
              <a:ext uri="{FF2B5EF4-FFF2-40B4-BE49-F238E27FC236}">
                <a16:creationId xmlns:a16="http://schemas.microsoft.com/office/drawing/2014/main" id="{759A57BD-3144-4F19-8CAB-BD4208B65A75}"/>
              </a:ext>
            </a:extLst>
          </p:cNvPr>
          <p:cNvSpPr>
            <a:spLocks xmlns:a="http://schemas.openxmlformats.org/drawingml/2006/main" noGrp="1"/>
          </p:cNvSpPr>
          <p:nvPr/>
        </p:nvSpPr>
        <p:spPr>
          <a:xfrm xmlns:a="http://schemas.openxmlformats.org/drawingml/2006/main">
            <a:off x="3498850" y="1990725"/>
            <a:ext cx="2524125" cy="1250950"/>
          </a:xfrm>
          <a:prstGeom xmlns:a="http://schemas.openxmlformats.org/drawingml/2006/main" prst="roundRect">
            <a:avLst>
              <a:gd name="adj" fmla="val 7868"/>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34373022-9CCC-4BF8-B7B2-7B9AB851B614}"/>
              </a:ext>
            </a:extLst>
          </p:cNvPr>
          <p:cNvSpPr>
            <a:spLocks xmlns:a="http://schemas.openxmlformats.org/drawingml/2006/main" noGrp="1"/>
          </p:cNvSpPr>
          <p:nvPr/>
        </p:nvSpPr>
        <p:spPr>
          <a:xfrm xmlns:a="http://schemas.openxmlformats.org/drawingml/2006/main">
            <a:off x="3679825" y="2171700"/>
            <a:ext cx="2227040"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300"/>
              </a:lnSpc>
              <a:buNone/>
            </a:pPr>
            <a:r>
              <a:rPr sz="3000" b="1">
                <a:solidFill>
                  <a:srgbClr val="176B7B"/>
                </a:solidFill>
                <a:latin typeface="Arial"/>
                <a:ea typeface="Arial"/>
                <a:cs typeface="Arial"/>
              </a:rPr>
              <a:t>24,17 M</a:t>
            </a:r>
            <a:endParaRPr sz="3000"/>
          </a:p>
        </p:txBody>
      </p:sp>
      <p:sp>
        <p:nvSpPr>
          <p:cNvPr id="9" name="Text 7">
            <a:extLst xmlns:a="http://schemas.openxmlformats.org/drawingml/2006/main">
              <a:ext uri="{FF2B5EF4-FFF2-40B4-BE49-F238E27FC236}">
                <a16:creationId xmlns:a16="http://schemas.microsoft.com/office/drawing/2014/main" id="{C2A3ED72-787E-4384-9304-BD4752A811EF}"/>
              </a:ext>
            </a:extLst>
          </p:cNvPr>
          <p:cNvSpPr>
            <a:spLocks xmlns:a="http://schemas.openxmlformats.org/drawingml/2006/main" noGrp="1"/>
          </p:cNvSpPr>
          <p:nvPr/>
        </p:nvSpPr>
        <p:spPr>
          <a:xfrm xmlns:a="http://schemas.openxmlformats.org/drawingml/2006/main">
            <a:off x="3679825" y="2641600"/>
            <a:ext cx="2227040"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300">
                <a:solidFill>
                  <a:srgbClr val="55606B"/>
                </a:solidFill>
                <a:latin typeface="Arial"/>
                <a:ea typeface="Arial"/>
                <a:cs typeface="Arial"/>
              </a:rPr>
              <a:t>vuelos sin 2020 y 61 columnas</a:t>
            </a:r>
            <a:endParaRPr sz="1300"/>
          </a:p>
        </p:txBody>
      </p:sp>
      <p:sp>
        <p:nvSpPr>
          <p:cNvPr id="10" name="Shape 8">
            <a:extLst xmlns:a="http://schemas.openxmlformats.org/drawingml/2006/main">
              <a:ext uri="{FF2B5EF4-FFF2-40B4-BE49-F238E27FC236}">
                <a16:creationId xmlns:a16="http://schemas.microsoft.com/office/drawing/2014/main" id="{673F5663-0039-4C6C-8566-AC937E04B348}"/>
              </a:ext>
            </a:extLst>
          </p:cNvPr>
          <p:cNvSpPr>
            <a:spLocks xmlns:a="http://schemas.openxmlformats.org/drawingml/2006/main" noGrp="1"/>
          </p:cNvSpPr>
          <p:nvPr/>
        </p:nvSpPr>
        <p:spPr>
          <a:xfrm xmlns:a="http://schemas.openxmlformats.org/drawingml/2006/main">
            <a:off x="6181725" y="1990725"/>
            <a:ext cx="2524125" cy="1250950"/>
          </a:xfrm>
          <a:prstGeom xmlns:a="http://schemas.openxmlformats.org/drawingml/2006/main" prst="roundRect">
            <a:avLst>
              <a:gd name="adj" fmla="val 7868"/>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Text 9">
            <a:extLst xmlns:a="http://schemas.openxmlformats.org/drawingml/2006/main">
              <a:ext uri="{FF2B5EF4-FFF2-40B4-BE49-F238E27FC236}">
                <a16:creationId xmlns:a16="http://schemas.microsoft.com/office/drawing/2014/main" id="{D8FB97D5-8E2B-4D73-977D-424FA5040978}"/>
              </a:ext>
            </a:extLst>
          </p:cNvPr>
          <p:cNvSpPr>
            <a:spLocks xmlns:a="http://schemas.openxmlformats.org/drawingml/2006/main" noGrp="1"/>
          </p:cNvSpPr>
          <p:nvPr/>
        </p:nvSpPr>
        <p:spPr>
          <a:xfrm xmlns:a="http://schemas.openxmlformats.org/drawingml/2006/main">
            <a:off x="6362700" y="2171700"/>
            <a:ext cx="2227040"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300"/>
              </a:lnSpc>
              <a:buNone/>
            </a:pPr>
            <a:r>
              <a:rPr sz="3000" b="1">
                <a:solidFill>
                  <a:srgbClr val="176B7B"/>
                </a:solidFill>
                <a:latin typeface="Arial"/>
                <a:ea typeface="Arial"/>
                <a:cs typeface="Arial"/>
              </a:rPr>
              <a:t>2018–2022</a:t>
            </a:r>
            <a:endParaRPr sz="3000"/>
          </a:p>
        </p:txBody>
      </p:sp>
      <p:sp>
        <p:nvSpPr>
          <p:cNvPr id="12" name="Text 10">
            <a:extLst xmlns:a="http://schemas.openxmlformats.org/drawingml/2006/main">
              <a:ext uri="{FF2B5EF4-FFF2-40B4-BE49-F238E27FC236}">
                <a16:creationId xmlns:a16="http://schemas.microsoft.com/office/drawing/2014/main" id="{77AA44BA-0555-4287-8498-B671E9D1204F}"/>
              </a:ext>
            </a:extLst>
          </p:cNvPr>
          <p:cNvSpPr>
            <a:spLocks xmlns:a="http://schemas.openxmlformats.org/drawingml/2006/main" noGrp="1"/>
          </p:cNvSpPr>
          <p:nvPr/>
        </p:nvSpPr>
        <p:spPr>
          <a:xfrm xmlns:a="http://schemas.openxmlformats.org/drawingml/2006/main">
            <a:off x="6362700" y="2641600"/>
            <a:ext cx="2227040"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300">
                <a:solidFill>
                  <a:srgbClr val="55606B"/>
                </a:solidFill>
                <a:latin typeface="Arial"/>
                <a:ea typeface="Arial"/>
                <a:cs typeface="Arial"/>
              </a:rPr>
              <a:t>de enero de 2018 a julio de 2022</a:t>
            </a:r>
            <a:endParaRPr sz="1300"/>
          </a:p>
        </p:txBody>
      </p:sp>
      <p:sp>
        <p:nvSpPr>
          <p:cNvPr id="13" name="Shape 11">
            <a:extLst xmlns:a="http://schemas.openxmlformats.org/drawingml/2006/main">
              <a:ext uri="{FF2B5EF4-FFF2-40B4-BE49-F238E27FC236}">
                <a16:creationId xmlns:a16="http://schemas.microsoft.com/office/drawing/2014/main" id="{C02F2BF8-8936-4DE5-A6EE-5DBDB2E7BD47}"/>
              </a:ext>
            </a:extLst>
          </p:cNvPr>
          <p:cNvSpPr>
            <a:spLocks xmlns:a="http://schemas.openxmlformats.org/drawingml/2006/main" noGrp="1"/>
          </p:cNvSpPr>
          <p:nvPr/>
        </p:nvSpPr>
        <p:spPr>
          <a:xfrm xmlns:a="http://schemas.openxmlformats.org/drawingml/2006/main">
            <a:off x="8861425" y="1987550"/>
            <a:ext cx="2517775" cy="1257300"/>
          </a:xfrm>
          <a:prstGeom xmlns:a="http://schemas.openxmlformats.org/drawingml/2006/main" prst="roundRect">
            <a:avLst>
              <a:gd name="adj" fmla="val 8081"/>
            </a:avLst>
          </a:prstGeom>
          <a:solidFill xmlns:a="http://schemas.openxmlformats.org/drawingml/2006/main">
            <a:srgbClr val="13243B"/>
          </a:solidFill>
        </p:spPr>
        <p:txBody>
          <a:bodyPr xmlns:a="http://schemas.openxmlformats.org/drawingml/2006/main"/>
          <a:lstStyle xmlns:a="http://schemas.openxmlformats.org/drawingml/2006/main"/>
          <a:p xmlns:a="http://schemas.openxmlformats.org/drawingml/2006/main">
            <a:endParaRPr/>
          </a:p>
        </p:txBody>
      </p:sp>
      <p:sp>
        <p:nvSpPr>
          <p:cNvPr id="14" name="Text 12">
            <a:extLst xmlns:a="http://schemas.openxmlformats.org/drawingml/2006/main">
              <a:ext uri="{FF2B5EF4-FFF2-40B4-BE49-F238E27FC236}">
                <a16:creationId xmlns:a16="http://schemas.microsoft.com/office/drawing/2014/main" id="{6472D300-211F-45AF-92D5-256476FF77A5}"/>
              </a:ext>
            </a:extLst>
          </p:cNvPr>
          <p:cNvSpPr>
            <a:spLocks xmlns:a="http://schemas.openxmlformats.org/drawingml/2006/main" noGrp="1"/>
          </p:cNvSpPr>
          <p:nvPr/>
        </p:nvSpPr>
        <p:spPr>
          <a:xfrm xmlns:a="http://schemas.openxmlformats.org/drawingml/2006/main">
            <a:off x="9039225" y="2165350"/>
            <a:ext cx="2227040"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300"/>
              </a:lnSpc>
              <a:buNone/>
            </a:pPr>
            <a:r>
              <a:rPr sz="3000" b="1">
                <a:solidFill>
                  <a:srgbClr val="E9A23B"/>
                </a:solidFill>
                <a:latin typeface="Arial"/>
                <a:ea typeface="Arial"/>
                <a:cs typeface="Arial"/>
              </a:rPr>
              <a:t>0,679 GB</a:t>
            </a:r>
            <a:endParaRPr sz="3000"/>
          </a:p>
        </p:txBody>
      </p:sp>
      <p:sp>
        <p:nvSpPr>
          <p:cNvPr id="15" name="Text 13">
            <a:extLst xmlns:a="http://schemas.openxmlformats.org/drawingml/2006/main">
              <a:ext uri="{FF2B5EF4-FFF2-40B4-BE49-F238E27FC236}">
                <a16:creationId xmlns:a16="http://schemas.microsoft.com/office/drawing/2014/main" id="{F542DF5D-109E-4CAA-A227-7D705156E89E}"/>
              </a:ext>
            </a:extLst>
          </p:cNvPr>
          <p:cNvSpPr>
            <a:spLocks xmlns:a="http://schemas.openxmlformats.org/drawingml/2006/main" noGrp="1"/>
          </p:cNvSpPr>
          <p:nvPr/>
        </p:nvSpPr>
        <p:spPr>
          <a:xfrm xmlns:a="http://schemas.openxmlformats.org/drawingml/2006/main">
            <a:off x="9039225" y="2635250"/>
            <a:ext cx="2227040"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300">
                <a:solidFill>
                  <a:srgbClr val="B8C4D2"/>
                </a:solidFill>
                <a:latin typeface="Arial"/>
                <a:ea typeface="Arial"/>
                <a:cs typeface="Arial"/>
              </a:rPr>
              <a:t>Parquet analítico sin 2020</a:t>
            </a:r>
            <a:endParaRPr sz="1300"/>
          </a:p>
        </p:txBody>
      </p:sp>
      <p:sp>
        <p:nvSpPr>
          <p:cNvPr id="16" name="Text 14">
            <a:extLst xmlns:a="http://schemas.openxmlformats.org/drawingml/2006/main">
              <a:ext uri="{FF2B5EF4-FFF2-40B4-BE49-F238E27FC236}">
                <a16:creationId xmlns:a16="http://schemas.microsoft.com/office/drawing/2014/main" id="{E47EF85D-B1A4-4873-8935-11FBA343A6C9}"/>
              </a:ext>
            </a:extLst>
          </p:cNvPr>
          <p:cNvSpPr>
            <a:spLocks xmlns:a="http://schemas.openxmlformats.org/drawingml/2006/main" noGrp="1"/>
          </p:cNvSpPr>
          <p:nvPr/>
        </p:nvSpPr>
        <p:spPr>
          <a:xfrm xmlns:a="http://schemas.openxmlformats.org/drawingml/2006/main">
            <a:off x="812800" y="3498850"/>
            <a:ext cx="10883392" cy="2921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100"/>
              </a:lnSpc>
              <a:buNone/>
            </a:pPr>
            <a:r>
              <a:rPr sz="1500" b="1">
                <a:solidFill>
                  <a:srgbClr val="55606B"/>
                </a:solidFill>
                <a:latin typeface="Arial"/>
                <a:ea typeface="Arial"/>
                <a:cs typeface="Arial"/>
              </a:rPr>
              <a:t>Cómo lo resolvimos</a:t>
            </a:r>
            <a:endParaRPr sz="1500"/>
          </a:p>
        </p:txBody>
      </p:sp>
      <p:sp>
        <p:nvSpPr>
          <p:cNvPr id="17" name="Shape 15">
            <a:extLst xmlns:a="http://schemas.openxmlformats.org/drawingml/2006/main">
              <a:ext uri="{FF2B5EF4-FFF2-40B4-BE49-F238E27FC236}">
                <a16:creationId xmlns:a16="http://schemas.microsoft.com/office/drawing/2014/main" id="{5F5F5EDB-BDB4-4230-B2B8-D1EA63857F3B}"/>
              </a:ext>
            </a:extLst>
          </p:cNvPr>
          <p:cNvSpPr>
            <a:spLocks xmlns:a="http://schemas.openxmlformats.org/drawingml/2006/main" noGrp="1"/>
          </p:cNvSpPr>
          <p:nvPr/>
        </p:nvSpPr>
        <p:spPr>
          <a:xfrm xmlns:a="http://schemas.openxmlformats.org/drawingml/2006/main">
            <a:off x="815975" y="4022725"/>
            <a:ext cx="2254250" cy="1257300"/>
          </a:xfrm>
          <a:prstGeom xmlns:a="http://schemas.openxmlformats.org/drawingml/2006/main" prst="roundRect">
            <a:avLst>
              <a:gd name="adj" fmla="val 7828"/>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Text 16">
            <a:extLst xmlns:a="http://schemas.openxmlformats.org/drawingml/2006/main">
              <a:ext uri="{FF2B5EF4-FFF2-40B4-BE49-F238E27FC236}">
                <a16:creationId xmlns:a16="http://schemas.microsoft.com/office/drawing/2014/main" id="{224152D1-6AFE-4D6C-976E-8324F69A85B8}"/>
              </a:ext>
            </a:extLst>
          </p:cNvPr>
          <p:cNvSpPr>
            <a:spLocks xmlns:a="http://schemas.openxmlformats.org/drawingml/2006/main" noGrp="1"/>
          </p:cNvSpPr>
          <p:nvPr/>
        </p:nvSpPr>
        <p:spPr>
          <a:xfrm xmlns:a="http://schemas.openxmlformats.org/drawingml/2006/main">
            <a:off x="971550" y="4178300"/>
            <a:ext cx="2001393"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a:solidFill>
                  <a:srgbClr val="176B7B"/>
                </a:solidFill>
                <a:latin typeface="Arial"/>
                <a:ea typeface="Arial"/>
                <a:cs typeface="Arial"/>
              </a:rPr>
              <a:t>1 · Origen</a:t>
            </a:r>
            <a:endParaRPr sz="1200"/>
          </a:p>
        </p:txBody>
      </p:sp>
      <p:sp>
        <p:nvSpPr>
          <p:cNvPr id="19" name="Text 17">
            <a:extLst xmlns:a="http://schemas.openxmlformats.org/drawingml/2006/main">
              <a:ext uri="{FF2B5EF4-FFF2-40B4-BE49-F238E27FC236}">
                <a16:creationId xmlns:a16="http://schemas.microsoft.com/office/drawing/2014/main" id="{AF4DB694-4EA5-4369-8EA3-5A99CC513834}"/>
              </a:ext>
            </a:extLst>
          </p:cNvPr>
          <p:cNvSpPr>
            <a:spLocks xmlns:a="http://schemas.openxmlformats.org/drawingml/2006/main" noGrp="1"/>
          </p:cNvSpPr>
          <p:nvPr/>
        </p:nvSpPr>
        <p:spPr>
          <a:xfrm xmlns:a="http://schemas.openxmlformats.org/drawingml/2006/main">
            <a:off x="971550" y="4438650"/>
            <a:ext cx="2001393" cy="7112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400">
                <a:solidFill>
                  <a:srgbClr val="16222F"/>
                </a:solidFill>
                <a:latin typeface="Arial"/>
                <a:ea typeface="Arial"/>
                <a:cs typeface="Arial"/>
              </a:rPr>
              <a:t>CSV de 10,21 GB, demasiado grande para abrirlo</a:t>
            </a:r>
            <a:endParaRPr sz="1400"/>
          </a:p>
        </p:txBody>
      </p:sp>
      <p:pic>
        <p:nvPicPr>
          <p:cNvPr id="20" name="Image 0">
            <a:extLst xmlns:a="http://schemas.openxmlformats.org/drawingml/2006/main">
              <a:ext uri="{FF2B5EF4-FFF2-40B4-BE49-F238E27FC236}">
                <a16:creationId xmlns:a16="http://schemas.microsoft.com/office/drawing/2014/main" id="{F146544B-4A28-4FBB-B06B-59F0F6B74CCF}"/>
              </a:ext>
            </a:extLst>
          </p:cNvPr>
          <p:cNvPicPr>
            <a:picLocks xmlns:a="http://schemas.openxmlformats.org/drawingml/2006/main" noChangeAspect="1"/>
          </p:cNvPicPr>
          <p:nvPr/>
        </p:nvPicPr>
        <p:blipFill>
          <a:blip xmlns:r="http://schemas.openxmlformats.org/officeDocument/2006/relationships" xmlns:a="http://schemas.openxmlformats.org/drawingml/2006/main" r:embed="R1ac1a99164244b35"/>
          <a:srcRect xmlns:a="http://schemas.openxmlformats.org/drawingml/2006/main" l="0" t="0" r="0" b="0"/>
          <a:stretch xmlns:a="http://schemas.openxmlformats.org/drawingml/2006/main"/>
        </p:blipFill>
        <p:spPr>
          <a:xfrm xmlns:a="http://schemas.openxmlformats.org/drawingml/2006/main">
            <a:off x="3175000" y="4549775"/>
            <a:ext cx="304800" cy="203200"/>
          </a:xfrm>
          <a:prstGeom xmlns:a="http://schemas.openxmlformats.org/drawingml/2006/main" prst="rect">
            <a:avLst/>
          </a:prstGeom>
        </p:spPr>
      </p:pic>
      <p:sp>
        <p:nvSpPr>
          <p:cNvPr id="21" name="Shape 18">
            <a:extLst xmlns:a="http://schemas.openxmlformats.org/drawingml/2006/main">
              <a:ext uri="{FF2B5EF4-FFF2-40B4-BE49-F238E27FC236}">
                <a16:creationId xmlns:a16="http://schemas.microsoft.com/office/drawing/2014/main" id="{2FAD0061-7C09-47F5-8507-4603E6BE6133}"/>
              </a:ext>
            </a:extLst>
          </p:cNvPr>
          <p:cNvSpPr>
            <a:spLocks xmlns:a="http://schemas.openxmlformats.org/drawingml/2006/main" noGrp="1"/>
          </p:cNvSpPr>
          <p:nvPr/>
        </p:nvSpPr>
        <p:spPr>
          <a:xfrm xmlns:a="http://schemas.openxmlformats.org/drawingml/2006/main">
            <a:off x="3584575" y="4022725"/>
            <a:ext cx="2254250" cy="1257300"/>
          </a:xfrm>
          <a:prstGeom xmlns:a="http://schemas.openxmlformats.org/drawingml/2006/main" prst="roundRect">
            <a:avLst>
              <a:gd name="adj" fmla="val 7828"/>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Text 19">
            <a:extLst xmlns:a="http://schemas.openxmlformats.org/drawingml/2006/main">
              <a:ext uri="{FF2B5EF4-FFF2-40B4-BE49-F238E27FC236}">
                <a16:creationId xmlns:a16="http://schemas.microsoft.com/office/drawing/2014/main" id="{63E653DA-1883-4410-A586-466F71DA8440}"/>
              </a:ext>
            </a:extLst>
          </p:cNvPr>
          <p:cNvSpPr>
            <a:spLocks xmlns:a="http://schemas.openxmlformats.org/drawingml/2006/main" noGrp="1"/>
          </p:cNvSpPr>
          <p:nvPr/>
        </p:nvSpPr>
        <p:spPr>
          <a:xfrm xmlns:a="http://schemas.openxmlformats.org/drawingml/2006/main">
            <a:off x="3740150" y="4178300"/>
            <a:ext cx="2001393"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a:solidFill>
                  <a:srgbClr val="176B7B"/>
                </a:solidFill>
                <a:latin typeface="Arial"/>
                <a:ea typeface="Arial"/>
                <a:cs typeface="Arial"/>
              </a:rPr>
              <a:t>2 · Parquet</a:t>
            </a:r>
            <a:endParaRPr sz="1200"/>
          </a:p>
        </p:txBody>
      </p:sp>
      <p:sp>
        <p:nvSpPr>
          <p:cNvPr id="23" name="Text 20">
            <a:extLst xmlns:a="http://schemas.openxmlformats.org/drawingml/2006/main">
              <a:ext uri="{FF2B5EF4-FFF2-40B4-BE49-F238E27FC236}">
                <a16:creationId xmlns:a16="http://schemas.microsoft.com/office/drawing/2014/main" id="{DA5F4BC2-95A5-4E4A-84ED-700475612728}"/>
              </a:ext>
            </a:extLst>
          </p:cNvPr>
          <p:cNvSpPr>
            <a:spLocks xmlns:a="http://schemas.openxmlformats.org/drawingml/2006/main" noGrp="1"/>
          </p:cNvSpPr>
          <p:nvPr/>
        </p:nvSpPr>
        <p:spPr>
          <a:xfrm xmlns:a="http://schemas.openxmlformats.org/drawingml/2006/main">
            <a:off x="3740150" y="4438650"/>
            <a:ext cx="2001393" cy="7112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400">
                <a:solidFill>
                  <a:srgbClr val="16222F"/>
                </a:solidFill>
                <a:latin typeface="Arial"/>
                <a:ea typeface="Arial"/>
                <a:cs typeface="Arial"/>
              </a:rPr>
              <a:t>Lectura por bloques de 8 MB; formato columnar, comprimido y verificado</a:t>
            </a:r>
            <a:endParaRPr sz="1400"/>
          </a:p>
        </p:txBody>
      </p:sp>
      <p:pic>
        <p:nvPicPr>
          <p:cNvPr id="24" name="Image 1">
            <a:extLst xmlns:a="http://schemas.openxmlformats.org/drawingml/2006/main">
              <a:ext uri="{FF2B5EF4-FFF2-40B4-BE49-F238E27FC236}">
                <a16:creationId xmlns:a16="http://schemas.microsoft.com/office/drawing/2014/main" id="{46D25319-6EB8-41E7-ABFF-5EAAF42F6FD2}"/>
              </a:ext>
            </a:extLst>
          </p:cNvPr>
          <p:cNvPicPr>
            <a:picLocks xmlns:a="http://schemas.openxmlformats.org/drawingml/2006/main" noChangeAspect="1"/>
          </p:cNvPicPr>
          <p:nvPr/>
        </p:nvPicPr>
        <p:blipFill>
          <a:blip xmlns:r="http://schemas.openxmlformats.org/officeDocument/2006/relationships" xmlns:a="http://schemas.openxmlformats.org/drawingml/2006/main" r:embed="R1ac1a99164244b35"/>
          <a:srcRect xmlns:a="http://schemas.openxmlformats.org/drawingml/2006/main" l="0" t="0" r="0" b="0"/>
          <a:stretch xmlns:a="http://schemas.openxmlformats.org/drawingml/2006/main"/>
        </p:blipFill>
        <p:spPr>
          <a:xfrm xmlns:a="http://schemas.openxmlformats.org/drawingml/2006/main">
            <a:off x="5943600" y="4549775"/>
            <a:ext cx="304800" cy="203200"/>
          </a:xfrm>
          <a:prstGeom xmlns:a="http://schemas.openxmlformats.org/drawingml/2006/main" prst="rect">
            <a:avLst/>
          </a:prstGeom>
        </p:spPr>
      </p:pic>
      <p:sp>
        <p:nvSpPr>
          <p:cNvPr id="25" name="Shape 21">
            <a:extLst xmlns:a="http://schemas.openxmlformats.org/drawingml/2006/main">
              <a:ext uri="{FF2B5EF4-FFF2-40B4-BE49-F238E27FC236}">
                <a16:creationId xmlns:a16="http://schemas.microsoft.com/office/drawing/2014/main" id="{DDD749A5-5373-48E6-941A-A30012AF9003}"/>
              </a:ext>
            </a:extLst>
          </p:cNvPr>
          <p:cNvSpPr>
            <a:spLocks xmlns:a="http://schemas.openxmlformats.org/drawingml/2006/main" noGrp="1"/>
          </p:cNvSpPr>
          <p:nvPr/>
        </p:nvSpPr>
        <p:spPr>
          <a:xfrm xmlns:a="http://schemas.openxmlformats.org/drawingml/2006/main">
            <a:off x="6353175" y="4022725"/>
            <a:ext cx="2254250" cy="1257300"/>
          </a:xfrm>
          <a:prstGeom xmlns:a="http://schemas.openxmlformats.org/drawingml/2006/main" prst="roundRect">
            <a:avLst>
              <a:gd name="adj" fmla="val 7828"/>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Text 22">
            <a:extLst xmlns:a="http://schemas.openxmlformats.org/drawingml/2006/main">
              <a:ext uri="{FF2B5EF4-FFF2-40B4-BE49-F238E27FC236}">
                <a16:creationId xmlns:a16="http://schemas.microsoft.com/office/drawing/2014/main" id="{832F92AB-643D-4FDC-93B1-5E7E21B1D85A}"/>
              </a:ext>
            </a:extLst>
          </p:cNvPr>
          <p:cNvSpPr>
            <a:spLocks xmlns:a="http://schemas.openxmlformats.org/drawingml/2006/main" noGrp="1"/>
          </p:cNvSpPr>
          <p:nvPr/>
        </p:nvSpPr>
        <p:spPr>
          <a:xfrm xmlns:a="http://schemas.openxmlformats.org/drawingml/2006/main">
            <a:off x="6508750" y="4178300"/>
            <a:ext cx="2001393"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a:solidFill>
                  <a:srgbClr val="176B7B"/>
                </a:solidFill>
                <a:latin typeface="Arial"/>
                <a:ea typeface="Arial"/>
                <a:cs typeface="Arial"/>
              </a:rPr>
              <a:t>3 · DuckDB</a:t>
            </a:r>
            <a:endParaRPr sz="1200"/>
          </a:p>
        </p:txBody>
      </p:sp>
      <p:sp>
        <p:nvSpPr>
          <p:cNvPr id="27" name="Text 23">
            <a:extLst xmlns:a="http://schemas.openxmlformats.org/drawingml/2006/main">
              <a:ext uri="{FF2B5EF4-FFF2-40B4-BE49-F238E27FC236}">
                <a16:creationId xmlns:a16="http://schemas.microsoft.com/office/drawing/2014/main" id="{BBC07654-0F18-433A-A839-F9E484508AF0}"/>
              </a:ext>
            </a:extLst>
          </p:cNvPr>
          <p:cNvSpPr>
            <a:spLocks xmlns:a="http://schemas.openxmlformats.org/drawingml/2006/main" noGrp="1"/>
          </p:cNvSpPr>
          <p:nvPr/>
        </p:nvSpPr>
        <p:spPr>
          <a:xfrm xmlns:a="http://schemas.openxmlformats.org/drawingml/2006/main">
            <a:off x="6508750" y="4438650"/>
            <a:ext cx="2001393" cy="7112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400">
                <a:solidFill>
                  <a:srgbClr val="16222F"/>
                </a:solidFill>
                <a:latin typeface="Arial"/>
                <a:ea typeface="Arial"/>
                <a:cs typeface="Arial"/>
              </a:rPr>
              <a:t>Consultas sin cargar todo el archivo (512 MB de RAM)</a:t>
            </a:r>
            <a:endParaRPr sz="1400"/>
          </a:p>
        </p:txBody>
      </p:sp>
      <p:pic>
        <p:nvPicPr>
          <p:cNvPr id="28" name="Image 2">
            <a:extLst xmlns:a="http://schemas.openxmlformats.org/drawingml/2006/main">
              <a:ext uri="{FF2B5EF4-FFF2-40B4-BE49-F238E27FC236}">
                <a16:creationId xmlns:a16="http://schemas.microsoft.com/office/drawing/2014/main" id="{13D10C93-ABF7-4CDB-90C8-2EC5046AD79D}"/>
              </a:ext>
            </a:extLst>
          </p:cNvPr>
          <p:cNvPicPr>
            <a:picLocks xmlns:a="http://schemas.openxmlformats.org/drawingml/2006/main" noChangeAspect="1"/>
          </p:cNvPicPr>
          <p:nvPr/>
        </p:nvPicPr>
        <p:blipFill>
          <a:blip xmlns:r="http://schemas.openxmlformats.org/officeDocument/2006/relationships" xmlns:a="http://schemas.openxmlformats.org/drawingml/2006/main" r:embed="R1ac1a99164244b35"/>
          <a:srcRect xmlns:a="http://schemas.openxmlformats.org/drawingml/2006/main" l="0" t="0" r="0" b="0"/>
          <a:stretch xmlns:a="http://schemas.openxmlformats.org/drawingml/2006/main"/>
        </p:blipFill>
        <p:spPr>
          <a:xfrm xmlns:a="http://schemas.openxmlformats.org/drawingml/2006/main">
            <a:off x="8712200" y="4549775"/>
            <a:ext cx="304800" cy="203200"/>
          </a:xfrm>
          <a:prstGeom xmlns:a="http://schemas.openxmlformats.org/drawingml/2006/main" prst="rect">
            <a:avLst/>
          </a:prstGeom>
        </p:spPr>
      </p:pic>
      <p:sp>
        <p:nvSpPr>
          <p:cNvPr id="29" name="Shape 24">
            <a:extLst xmlns:a="http://schemas.openxmlformats.org/drawingml/2006/main">
              <a:ext uri="{FF2B5EF4-FFF2-40B4-BE49-F238E27FC236}">
                <a16:creationId xmlns:a16="http://schemas.microsoft.com/office/drawing/2014/main" id="{3A993C32-06F7-41A9-8EB6-68FAD6BE7FFA}"/>
              </a:ext>
            </a:extLst>
          </p:cNvPr>
          <p:cNvSpPr>
            <a:spLocks xmlns:a="http://schemas.openxmlformats.org/drawingml/2006/main" noGrp="1"/>
          </p:cNvSpPr>
          <p:nvPr/>
        </p:nvSpPr>
        <p:spPr>
          <a:xfrm xmlns:a="http://schemas.openxmlformats.org/drawingml/2006/main">
            <a:off x="9121775" y="4022725"/>
            <a:ext cx="2254250" cy="1257300"/>
          </a:xfrm>
          <a:prstGeom xmlns:a="http://schemas.openxmlformats.org/drawingml/2006/main" prst="roundRect">
            <a:avLst>
              <a:gd name="adj" fmla="val 7828"/>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30" name="Text 25">
            <a:extLst xmlns:a="http://schemas.openxmlformats.org/drawingml/2006/main">
              <a:ext uri="{FF2B5EF4-FFF2-40B4-BE49-F238E27FC236}">
                <a16:creationId xmlns:a16="http://schemas.microsoft.com/office/drawing/2014/main" id="{EB1AEC3E-EDD8-4FE2-8718-34E6E434D0C7}"/>
              </a:ext>
            </a:extLst>
          </p:cNvPr>
          <p:cNvSpPr>
            <a:spLocks xmlns:a="http://schemas.openxmlformats.org/drawingml/2006/main" noGrp="1"/>
          </p:cNvSpPr>
          <p:nvPr/>
        </p:nvSpPr>
        <p:spPr>
          <a:xfrm xmlns:a="http://schemas.openxmlformats.org/drawingml/2006/main">
            <a:off x="9277350" y="4178300"/>
            <a:ext cx="2001393"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a:solidFill>
                  <a:srgbClr val="176B7B"/>
                </a:solidFill>
                <a:latin typeface="Arial"/>
                <a:ea typeface="Arial"/>
                <a:cs typeface="Arial"/>
              </a:rPr>
              <a:t>4 · Resultado</a:t>
            </a:r>
            <a:endParaRPr sz="1200"/>
          </a:p>
        </p:txBody>
      </p:sp>
      <p:sp>
        <p:nvSpPr>
          <p:cNvPr id="31" name="Text 26">
            <a:extLst xmlns:a="http://schemas.openxmlformats.org/drawingml/2006/main">
              <a:ext uri="{FF2B5EF4-FFF2-40B4-BE49-F238E27FC236}">
                <a16:creationId xmlns:a16="http://schemas.microsoft.com/office/drawing/2014/main" id="{F60C1328-A69B-4875-8709-6AD8EB03DF43}"/>
              </a:ext>
            </a:extLst>
          </p:cNvPr>
          <p:cNvSpPr>
            <a:spLocks xmlns:a="http://schemas.openxmlformats.org/drawingml/2006/main" noGrp="1"/>
          </p:cNvSpPr>
          <p:nvPr/>
        </p:nvSpPr>
        <p:spPr>
          <a:xfrm xmlns:a="http://schemas.openxmlformats.org/drawingml/2006/main">
            <a:off x="9277350" y="4438650"/>
            <a:ext cx="2001393" cy="482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400">
                <a:solidFill>
                  <a:srgbClr val="16222F"/>
                </a:solidFill>
                <a:latin typeface="Arial"/>
                <a:ea typeface="Arial"/>
                <a:cs typeface="Arial"/>
              </a:rPr>
              <a:t>43 archivos mensuales de vuelos con etiqueta válida</a:t>
            </a:r>
            <a:endParaRPr sz="1400"/>
          </a:p>
        </p:txBody>
      </p:sp>
      <p:sp>
        <p:nvSpPr>
          <p:cNvPr id="32" name="Text 27">
            <a:extLst xmlns:a="http://schemas.openxmlformats.org/drawingml/2006/main">
              <a:ext uri="{FF2B5EF4-FFF2-40B4-BE49-F238E27FC236}">
                <a16:creationId xmlns:a16="http://schemas.microsoft.com/office/drawing/2014/main" id="{2E55E085-C4F6-46FD-8124-E573E9EA9294}"/>
              </a:ext>
            </a:extLst>
          </p:cNvPr>
          <p:cNvSpPr>
            <a:spLocks xmlns:a="http://schemas.openxmlformats.org/drawingml/2006/main" noGrp="1"/>
          </p:cNvSpPr>
          <p:nvPr/>
        </p:nvSpPr>
        <p:spPr>
          <a:xfrm xmlns:a="http://schemas.openxmlformats.org/drawingml/2006/main">
            <a:off x="812800" y="6242050"/>
            <a:ext cx="850265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900">
                <a:solidFill>
                  <a:srgbClr val="55606B"/>
                </a:solidFill>
                <a:latin typeface="Arial"/>
                <a:ea typeface="Arial"/>
                <a:cs typeface="Arial"/>
              </a:rPr>
              <a:t>Fuente: Kaggle y recálculo de octubre de 2026. Reducción de 93,36 %: filtro de 2020 y conversión a Parquet.</a:t>
            </a:r>
            <a:endParaRPr sz="1200"/>
          </a:p>
        </p:txBody>
      </p:sp>
      <p:sp>
        <p:nvSpPr>
          <p:cNvPr id="33" name="Text 28">
            <a:extLst xmlns:a="http://schemas.openxmlformats.org/drawingml/2006/main">
              <a:ext uri="{FF2B5EF4-FFF2-40B4-BE49-F238E27FC236}">
                <a16:creationId xmlns:a16="http://schemas.microsoft.com/office/drawing/2014/main" id="{99C8B44C-C2BB-4A0C-85C8-055B6C9FCD69}"/>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55606B"/>
                </a:solidFill>
                <a:latin typeface="Arial"/>
                <a:ea typeface="Arial"/>
                <a:cs typeface="Arial"/>
              </a:rPr>
              <a:t>3</a:t>
            </a:r>
            <a:endParaRPr sz="1200"/>
          </a:p>
        </p:txBody>
      </p:sp>
    </p:spTree>
    <p:extLst>
      <p:ext uri="{BB962C8B-B14F-4D97-AF65-F5344CB8AC3E}">
        <p14:creationId xmlns:p14="http://schemas.microsoft.com/office/powerpoint/2010/main" val="1616534953"/>
      </p:ext>
    </p:extLst>
  </p:cSld>
</p:sld>
</file>

<file path=ppt/slides/slide4.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8923736-8082-43BF-9289-491CDE148DE4}"/>
              </a:ext>
            </a:extLst>
          </p:cNvPr>
          <p:cNvSpPr>
            <a:spLocks xmlns:a="http://schemas.openxmlformats.org/drawingml/2006/main" noGrp="1"/>
          </p:cNvSpPr>
          <p:nvPr/>
        </p:nvSpPr>
        <p:spPr>
          <a:xfrm xmlns:a="http://schemas.openxmlformats.org/drawingml/2006/main">
            <a:off x="812800" y="812800"/>
            <a:ext cx="10883392" cy="26997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b="1" spc="100">
                <a:solidFill>
                  <a:srgbClr val="176B7B"/>
                </a:solidFill>
                <a:latin typeface="Arial"/>
                <a:ea typeface="Arial"/>
                <a:cs typeface="Arial"/>
              </a:rPr>
              <a:t>3 · LO QUE APRENDIMOS · HALLAZGO 1</a:t>
            </a:r>
            <a:endParaRPr sz="1400"/>
          </a:p>
        </p:txBody>
      </p:sp>
      <p:sp>
        <p:nvSpPr>
          <p:cNvPr id="3" name="Text 1">
            <a:extLst xmlns:a="http://schemas.openxmlformats.org/drawingml/2006/main">
              <a:ext uri="{FF2B5EF4-FFF2-40B4-BE49-F238E27FC236}">
                <a16:creationId xmlns:a16="http://schemas.microsoft.com/office/drawing/2014/main" id="{75A583E4-72E4-4B47-ADD7-E641D129801E}"/>
              </a:ext>
            </a:extLst>
          </p:cNvPr>
          <p:cNvSpPr>
            <a:spLocks xmlns:a="http://schemas.openxmlformats.org/drawingml/2006/main" noGrp="1"/>
          </p:cNvSpPr>
          <p:nvPr>
            <p:ph type="title" idx="0"/>
          </p:nvPr>
        </p:nvSpPr>
        <p:spPr>
          <a:xfrm xmlns:a="http://schemas.openxmlformats.org/drawingml/2006/main">
            <a:off x="812800" y="1311374"/>
            <a:ext cx="10883392" cy="43924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290"/>
              </a:lnSpc>
              <a:buNone/>
            </a:pPr>
            <a:r>
              <a:rPr sz="2991" b="1" i="0">
                <a:solidFill>
                  <a:srgbClr val="16222F"/>
                </a:solidFill>
                <a:latin typeface="Arial"/>
                <a:ea typeface="Arial"/>
                <a:cs typeface="Arial"/>
              </a:rPr>
              <a:t>Los retrasos se acumulan durante el día</a:t>
            </a:r>
            <a:endParaRPr sz="2991"/>
          </a:p>
        </p:txBody>
      </p:sp>
      <p:sp>
        <p:nvSpPr>
          <p:cNvPr id="4" name="Shape 2">
            <a:extLst xmlns:a="http://schemas.openxmlformats.org/drawingml/2006/main">
              <a:ext uri="{FF2B5EF4-FFF2-40B4-BE49-F238E27FC236}">
                <a16:creationId xmlns:a16="http://schemas.microsoft.com/office/drawing/2014/main" id="{3BF0C33C-5588-4737-A3CE-557053B632E3}"/>
              </a:ext>
            </a:extLst>
          </p:cNvPr>
          <p:cNvSpPr>
            <a:spLocks xmlns:a="http://schemas.openxmlformats.org/drawingml/2006/main" noGrp="1"/>
          </p:cNvSpPr>
          <p:nvPr/>
        </p:nvSpPr>
        <p:spPr>
          <a:xfrm xmlns:a="http://schemas.openxmlformats.org/drawingml/2006/main">
            <a:off x="815975" y="1982391"/>
            <a:ext cx="5454650" cy="3856434"/>
          </a:xfrm>
          <a:prstGeom xmlns:a="http://schemas.openxmlformats.org/drawingml/2006/main" prst="roundRect">
            <a:avLst>
              <a:gd name="adj" fmla="val 2552"/>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pic>
        <p:nvPicPr>
          <p:cNvPr id="5" name="Image 0">
            <a:extLst xmlns:a="http://schemas.openxmlformats.org/drawingml/2006/main">
              <a:ext uri="{FF2B5EF4-FFF2-40B4-BE49-F238E27FC236}">
                <a16:creationId xmlns:a16="http://schemas.microsoft.com/office/drawing/2014/main" id="{3467E4E8-C456-41A7-A74A-25A331608BCE}"/>
              </a:ext>
            </a:extLst>
          </p:cNvPr>
          <p:cNvPicPr>
            <a:picLocks xmlns:a="http://schemas.openxmlformats.org/drawingml/2006/main" noChangeAspect="1"/>
          </p:cNvPicPr>
          <p:nvPr/>
        </p:nvPicPr>
        <p:blipFill>
          <a:blip xmlns:r="http://schemas.openxmlformats.org/officeDocument/2006/relationships" xmlns:a="http://schemas.openxmlformats.org/drawingml/2006/main" r:embed="R5669d689ac3845bf"/>
          <a:srcRect xmlns:a="http://schemas.openxmlformats.org/drawingml/2006/main" l="-683" t="0" r="-683" b="0"/>
          <a:stretch xmlns:a="http://schemas.openxmlformats.org/drawingml/2006/main"/>
        </p:blipFill>
        <p:spPr>
          <a:xfrm xmlns:a="http://schemas.openxmlformats.org/drawingml/2006/main">
            <a:off x="965200" y="2137966"/>
            <a:ext cx="5156200" cy="3545284"/>
          </a:xfrm>
          <a:prstGeom xmlns:a="http://schemas.openxmlformats.org/drawingml/2006/main" prst="rect">
            <a:avLst/>
          </a:prstGeom>
        </p:spPr>
      </p:pic>
      <p:sp>
        <p:nvSpPr>
          <p:cNvPr id="6" name="Shape 3">
            <a:extLst xmlns:a="http://schemas.openxmlformats.org/drawingml/2006/main">
              <a:ext uri="{FF2B5EF4-FFF2-40B4-BE49-F238E27FC236}">
                <a16:creationId xmlns:a16="http://schemas.microsoft.com/office/drawing/2014/main" id="{084622E1-BF03-4EAC-9ADD-D0506F2AA1F6}"/>
              </a:ext>
            </a:extLst>
          </p:cNvPr>
          <p:cNvSpPr>
            <a:spLocks xmlns:a="http://schemas.openxmlformats.org/drawingml/2006/main" noGrp="1"/>
          </p:cNvSpPr>
          <p:nvPr/>
        </p:nvSpPr>
        <p:spPr>
          <a:xfrm xmlns:a="http://schemas.openxmlformats.org/drawingml/2006/main">
            <a:off x="6581775" y="1982391"/>
            <a:ext cx="2336800" cy="1212850"/>
          </a:xfrm>
          <a:prstGeom xmlns:a="http://schemas.openxmlformats.org/drawingml/2006/main" prst="roundRect">
            <a:avLst>
              <a:gd name="adj" fmla="val 8115"/>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Text 4">
            <a:extLst xmlns:a="http://schemas.openxmlformats.org/drawingml/2006/main">
              <a:ext uri="{FF2B5EF4-FFF2-40B4-BE49-F238E27FC236}">
                <a16:creationId xmlns:a16="http://schemas.microsoft.com/office/drawing/2014/main" id="{00D75F5A-BC79-4CE6-B695-DB3F870B692C}"/>
              </a:ext>
            </a:extLst>
          </p:cNvPr>
          <p:cNvSpPr>
            <a:spLocks xmlns:a="http://schemas.openxmlformats.org/drawingml/2006/main" noGrp="1"/>
          </p:cNvSpPr>
          <p:nvPr/>
        </p:nvSpPr>
        <p:spPr>
          <a:xfrm xmlns:a="http://schemas.openxmlformats.org/drawingml/2006/main">
            <a:off x="6737350" y="2137966"/>
            <a:ext cx="2086419" cy="4699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520"/>
              </a:lnSpc>
              <a:buNone/>
            </a:pPr>
            <a:r>
              <a:rPr sz="3200" b="1">
                <a:solidFill>
                  <a:srgbClr val="176B7B"/>
                </a:solidFill>
                <a:latin typeface="Arial"/>
                <a:ea typeface="Arial"/>
                <a:cs typeface="Arial"/>
              </a:rPr>
              <a:t>8,3 %</a:t>
            </a:r>
            <a:endParaRPr sz="3200"/>
          </a:p>
        </p:txBody>
      </p:sp>
      <p:sp>
        <p:nvSpPr>
          <p:cNvPr id="8" name="Text 5">
            <a:extLst xmlns:a="http://schemas.openxmlformats.org/drawingml/2006/main">
              <a:ext uri="{FF2B5EF4-FFF2-40B4-BE49-F238E27FC236}">
                <a16:creationId xmlns:a16="http://schemas.microsoft.com/office/drawing/2014/main" id="{E7CEB96A-2687-48F8-872C-4707EE1B4513}"/>
              </a:ext>
            </a:extLst>
          </p:cNvPr>
          <p:cNvSpPr>
            <a:spLocks xmlns:a="http://schemas.openxmlformats.org/drawingml/2006/main" noGrp="1"/>
          </p:cNvSpPr>
          <p:nvPr/>
        </p:nvSpPr>
        <p:spPr>
          <a:xfrm xmlns:a="http://schemas.openxmlformats.org/drawingml/2006/main">
            <a:off x="6737350" y="2620566"/>
            <a:ext cx="2086419"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300">
                <a:solidFill>
                  <a:srgbClr val="55606B"/>
                </a:solidFill>
                <a:latin typeface="Arial"/>
                <a:ea typeface="Arial"/>
                <a:cs typeface="Arial"/>
              </a:rPr>
              <a:t>retrasados entre los vuelos de las 5 h</a:t>
            </a:r>
            <a:endParaRPr sz="1300"/>
          </a:p>
        </p:txBody>
      </p:sp>
      <p:sp>
        <p:nvSpPr>
          <p:cNvPr id="9" name="Shape 6">
            <a:extLst xmlns:a="http://schemas.openxmlformats.org/drawingml/2006/main">
              <a:ext uri="{FF2B5EF4-FFF2-40B4-BE49-F238E27FC236}">
                <a16:creationId xmlns:a16="http://schemas.microsoft.com/office/drawing/2014/main" id="{82BEBEDE-490C-4645-A5FE-0276F35C8F04}"/>
              </a:ext>
            </a:extLst>
          </p:cNvPr>
          <p:cNvSpPr>
            <a:spLocks xmlns:a="http://schemas.openxmlformats.org/drawingml/2006/main" noGrp="1"/>
          </p:cNvSpPr>
          <p:nvPr/>
        </p:nvSpPr>
        <p:spPr>
          <a:xfrm xmlns:a="http://schemas.openxmlformats.org/drawingml/2006/main">
            <a:off x="9048750" y="1979216"/>
            <a:ext cx="2330450" cy="1219200"/>
          </a:xfrm>
          <a:prstGeom xmlns:a="http://schemas.openxmlformats.org/drawingml/2006/main" prst="roundRect">
            <a:avLst>
              <a:gd name="adj" fmla="val 8333"/>
            </a:avLst>
          </a:prstGeom>
          <a:solidFill xmlns:a="http://schemas.openxmlformats.org/drawingml/2006/main">
            <a:srgbClr val="13243B"/>
          </a:solidFill>
        </p:spPr>
        <p:txBody>
          <a:bodyPr xmlns:a="http://schemas.openxmlformats.org/drawingml/2006/main"/>
          <a:lstStyle xmlns:a="http://schemas.openxmlformats.org/drawingml/2006/main"/>
          <a:p xmlns:a="http://schemas.openxmlformats.org/drawingml/2006/main">
            <a:endParaRPr/>
          </a:p>
        </p:txBody>
      </p:sp>
      <p:sp>
        <p:nvSpPr>
          <p:cNvPr id="10" name="Text 7">
            <a:extLst xmlns:a="http://schemas.openxmlformats.org/drawingml/2006/main">
              <a:ext uri="{FF2B5EF4-FFF2-40B4-BE49-F238E27FC236}">
                <a16:creationId xmlns:a16="http://schemas.microsoft.com/office/drawing/2014/main" id="{098C8ECA-373C-4700-A91E-76D2191D16B6}"/>
              </a:ext>
            </a:extLst>
          </p:cNvPr>
          <p:cNvSpPr>
            <a:spLocks xmlns:a="http://schemas.openxmlformats.org/drawingml/2006/main" noGrp="1"/>
          </p:cNvSpPr>
          <p:nvPr/>
        </p:nvSpPr>
        <p:spPr>
          <a:xfrm xmlns:a="http://schemas.openxmlformats.org/drawingml/2006/main">
            <a:off x="9201150" y="2131616"/>
            <a:ext cx="2086419" cy="4699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520"/>
              </a:lnSpc>
              <a:buNone/>
            </a:pPr>
            <a:r>
              <a:rPr sz="3200" b="1">
                <a:solidFill>
                  <a:srgbClr val="E9A23B"/>
                </a:solidFill>
                <a:latin typeface="Arial"/>
                <a:ea typeface="Arial"/>
                <a:cs typeface="Arial"/>
              </a:rPr>
              <a:t>26,9 %</a:t>
            </a:r>
            <a:endParaRPr sz="3200"/>
          </a:p>
        </p:txBody>
      </p:sp>
      <p:sp>
        <p:nvSpPr>
          <p:cNvPr id="11" name="Text 8">
            <a:extLst xmlns:a="http://schemas.openxmlformats.org/drawingml/2006/main">
              <a:ext uri="{FF2B5EF4-FFF2-40B4-BE49-F238E27FC236}">
                <a16:creationId xmlns:a16="http://schemas.microsoft.com/office/drawing/2014/main" id="{325383DF-9E6C-4E6D-9CD5-1F273E37A9E7}"/>
              </a:ext>
            </a:extLst>
          </p:cNvPr>
          <p:cNvSpPr>
            <a:spLocks xmlns:a="http://schemas.openxmlformats.org/drawingml/2006/main" noGrp="1"/>
          </p:cNvSpPr>
          <p:nvPr/>
        </p:nvSpPr>
        <p:spPr>
          <a:xfrm xmlns:a="http://schemas.openxmlformats.org/drawingml/2006/main">
            <a:off x="9201150" y="2614216"/>
            <a:ext cx="2086419"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300">
                <a:solidFill>
                  <a:srgbClr val="B8C4D2"/>
                </a:solidFill>
                <a:latin typeface="Arial"/>
                <a:ea typeface="Arial"/>
                <a:cs typeface="Arial"/>
              </a:rPr>
              <a:t>retrasados entre los vuelos de las 19 h</a:t>
            </a:r>
            <a:endParaRPr sz="1300"/>
          </a:p>
        </p:txBody>
      </p:sp>
      <p:sp>
        <p:nvSpPr>
          <p:cNvPr id="12" name="Text 9">
            <a:extLst xmlns:a="http://schemas.openxmlformats.org/drawingml/2006/main">
              <a:ext uri="{FF2B5EF4-FFF2-40B4-BE49-F238E27FC236}">
                <a16:creationId xmlns:a16="http://schemas.microsoft.com/office/drawing/2014/main" id="{735A0D23-EA38-4FA3-93D4-23F5FC17A4B8}"/>
              </a:ext>
            </a:extLst>
          </p:cNvPr>
          <p:cNvSpPr>
            <a:spLocks xmlns:a="http://schemas.openxmlformats.org/drawingml/2006/main" noGrp="1"/>
          </p:cNvSpPr>
          <p:nvPr/>
        </p:nvSpPr>
        <p:spPr>
          <a:xfrm xmlns:a="http://schemas.openxmlformats.org/drawingml/2006/main">
            <a:off x="6578600" y="3350816"/>
            <a:ext cx="4944618" cy="533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25"/>
              </a:lnSpc>
              <a:buNone/>
            </a:pPr>
            <a:r>
              <a:rPr sz="1500">
                <a:solidFill>
                  <a:srgbClr val="16222F"/>
                </a:solidFill>
                <a:latin typeface="Arial"/>
                <a:ea typeface="Arial"/>
                <a:cs typeface="Arial"/>
              </a:rPr>
              <a:t>Los vuelos programados más tarde tienen más probabilidad de llegar con retraso.</a:t>
            </a:r>
            <a:endParaRPr sz="1500"/>
          </a:p>
        </p:txBody>
      </p:sp>
      <p:sp>
        <p:nvSpPr>
          <p:cNvPr id="13" name="Text 10">
            <a:extLst xmlns:a="http://schemas.openxmlformats.org/drawingml/2006/main">
              <a:ext uri="{FF2B5EF4-FFF2-40B4-BE49-F238E27FC236}">
                <a16:creationId xmlns:a16="http://schemas.microsoft.com/office/drawing/2014/main" id="{AF4F362B-0A87-4A1D-A9DF-B97DD9C4CD9D}"/>
              </a:ext>
            </a:extLst>
          </p:cNvPr>
          <p:cNvSpPr>
            <a:spLocks xmlns:a="http://schemas.openxmlformats.org/drawingml/2006/main" noGrp="1"/>
          </p:cNvSpPr>
          <p:nvPr/>
        </p:nvSpPr>
        <p:spPr>
          <a:xfrm xmlns:a="http://schemas.openxmlformats.org/drawingml/2006/main">
            <a:off x="6578600" y="4011216"/>
            <a:ext cx="4944618" cy="4699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755"/>
              </a:lnSpc>
              <a:buNone/>
            </a:pPr>
            <a:r>
              <a:rPr sz="1300">
                <a:solidFill>
                  <a:srgbClr val="55606B"/>
                </a:solidFill>
                <a:latin typeface="Arial"/>
                <a:ea typeface="Arial"/>
                <a:cs typeface="Arial"/>
              </a:rPr>
              <a:t>En las 2 y 3 h hay menos vuelos; interpretar sus tasas con cautela.</a:t>
            </a:r>
            <a:endParaRPr sz="1300"/>
          </a:p>
        </p:txBody>
      </p:sp>
      <p:sp>
        <p:nvSpPr>
          <p:cNvPr id="14" name="Shape 11">
            <a:extLst xmlns:a="http://schemas.openxmlformats.org/drawingml/2006/main">
              <a:ext uri="{FF2B5EF4-FFF2-40B4-BE49-F238E27FC236}">
                <a16:creationId xmlns:a16="http://schemas.microsoft.com/office/drawing/2014/main" id="{5067AEDB-D11C-4051-B25B-BECEB2819193}"/>
              </a:ext>
            </a:extLst>
          </p:cNvPr>
          <p:cNvSpPr>
            <a:spLocks xmlns:a="http://schemas.openxmlformats.org/drawingml/2006/main" noGrp="1"/>
          </p:cNvSpPr>
          <p:nvPr/>
        </p:nvSpPr>
        <p:spPr>
          <a:xfrm xmlns:a="http://schemas.openxmlformats.org/drawingml/2006/main">
            <a:off x="6578600" y="4608116"/>
            <a:ext cx="4800600" cy="698500"/>
          </a:xfrm>
          <a:prstGeom xmlns:a="http://schemas.openxmlformats.org/drawingml/2006/main" prst="roundRect">
            <a:avLst>
              <a:gd name="adj" fmla="val 14545"/>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15" name="Text 12">
            <a:extLst xmlns:a="http://schemas.openxmlformats.org/drawingml/2006/main">
              <a:ext uri="{FF2B5EF4-FFF2-40B4-BE49-F238E27FC236}">
                <a16:creationId xmlns:a16="http://schemas.microsoft.com/office/drawing/2014/main" id="{06188E28-004E-4D5C-91F0-7C3C8905C592}"/>
              </a:ext>
            </a:extLst>
          </p:cNvPr>
          <p:cNvSpPr>
            <a:spLocks xmlns:a="http://schemas.openxmlformats.org/drawingml/2006/main" noGrp="1"/>
          </p:cNvSpPr>
          <p:nvPr/>
        </p:nvSpPr>
        <p:spPr>
          <a:xfrm xmlns:a="http://schemas.openxmlformats.org/drawingml/2006/main">
            <a:off x="6756400" y="4722416"/>
            <a:ext cx="45783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75"/>
              </a:lnSpc>
              <a:buNone/>
            </a:pPr>
            <a:r>
              <a:rPr sz="1500" b="1">
                <a:solidFill>
                  <a:srgbClr val="13243B"/>
                </a:solidFill>
                <a:latin typeface="Arial"/>
                <a:ea typeface="Arial"/>
                <a:cs typeface="Arial"/>
              </a:rPr>
              <a:t>Decisión: la hora programada de salida entra como variable del modelo.</a:t>
            </a:r>
            <a:endParaRPr sz="1500"/>
          </a:p>
        </p:txBody>
      </p:sp>
      <p:sp>
        <p:nvSpPr>
          <p:cNvPr id="16" name="Text 13">
            <a:extLst xmlns:a="http://schemas.openxmlformats.org/drawingml/2006/main">
              <a:ext uri="{FF2B5EF4-FFF2-40B4-BE49-F238E27FC236}">
                <a16:creationId xmlns:a16="http://schemas.microsoft.com/office/drawing/2014/main" id="{D58F369E-1596-4B0B-9A78-E03DC086CF79}"/>
              </a:ext>
            </a:extLst>
          </p:cNvPr>
          <p:cNvSpPr>
            <a:spLocks xmlns:a="http://schemas.openxmlformats.org/drawingml/2006/main" noGrp="1"/>
          </p:cNvSpPr>
          <p:nvPr/>
        </p:nvSpPr>
        <p:spPr>
          <a:xfrm xmlns:a="http://schemas.openxmlformats.org/drawingml/2006/main">
            <a:off x="812800" y="6242050"/>
            <a:ext cx="850265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55606B"/>
                </a:solidFill>
                <a:latin typeface="Arial"/>
                <a:ea typeface="Arial"/>
                <a:cs typeface="Arial"/>
              </a:rPr>
              <a:t>Fuente: EDA recalculado sin 2020. Patrón descriptivo, no prueba causalidad.</a:t>
            </a:r>
            <a:endParaRPr sz="1200"/>
          </a:p>
        </p:txBody>
      </p:sp>
      <p:sp>
        <p:nvSpPr>
          <p:cNvPr id="17" name="Text 14">
            <a:extLst xmlns:a="http://schemas.openxmlformats.org/drawingml/2006/main">
              <a:ext uri="{FF2B5EF4-FFF2-40B4-BE49-F238E27FC236}">
                <a16:creationId xmlns:a16="http://schemas.microsoft.com/office/drawing/2014/main" id="{00715BF7-4303-4EA5-BBB2-FC6EC496A3FD}"/>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55606B"/>
                </a:solidFill>
                <a:latin typeface="Arial"/>
                <a:ea typeface="Arial"/>
                <a:cs typeface="Arial"/>
              </a:rPr>
              <a:t>4</a:t>
            </a:r>
            <a:endParaRPr sz="1200"/>
          </a:p>
        </p:txBody>
      </p:sp>
    </p:spTree>
    <p:extLst>
      <p:ext uri="{BB962C8B-B14F-4D97-AF65-F5344CB8AC3E}">
        <p14:creationId xmlns:p14="http://schemas.microsoft.com/office/powerpoint/2010/main" val="1938459270"/>
      </p:ext>
    </p:extLst>
  </p:cSld>
</p:sld>
</file>

<file path=ppt/slides/slide5.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F3CCDDE-AA75-44A8-A17A-F2CE04EB12AA}"/>
              </a:ext>
            </a:extLst>
          </p:cNvPr>
          <p:cNvSpPr>
            <a:spLocks xmlns:a="http://schemas.openxmlformats.org/drawingml/2006/main" noGrp="1"/>
          </p:cNvSpPr>
          <p:nvPr/>
        </p:nvSpPr>
        <p:spPr>
          <a:xfrm xmlns:a="http://schemas.openxmlformats.org/drawingml/2006/main">
            <a:off x="812800" y="812800"/>
            <a:ext cx="10883392" cy="26898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48"/>
              </a:lnSpc>
              <a:buNone/>
            </a:pPr>
            <a:r>
              <a:rPr sz="1391" b="1" spc="100">
                <a:solidFill>
                  <a:srgbClr val="176B7B"/>
                </a:solidFill>
                <a:latin typeface="Arial"/>
                <a:ea typeface="Arial"/>
                <a:cs typeface="Arial"/>
              </a:rPr>
              <a:t>3 · LO QUE APRENDIMOS · HALLAZGO 2</a:t>
            </a:r>
            <a:endParaRPr sz="1391"/>
          </a:p>
        </p:txBody>
      </p:sp>
      <p:sp>
        <p:nvSpPr>
          <p:cNvPr id="3" name="Text 1">
            <a:extLst xmlns:a="http://schemas.openxmlformats.org/drawingml/2006/main">
              <a:ext uri="{FF2B5EF4-FFF2-40B4-BE49-F238E27FC236}">
                <a16:creationId xmlns:a16="http://schemas.microsoft.com/office/drawing/2014/main" id="{700AA991-8B13-4881-B040-CDB75A37055E}"/>
              </a:ext>
            </a:extLst>
          </p:cNvPr>
          <p:cNvSpPr>
            <a:spLocks xmlns:a="http://schemas.openxmlformats.org/drawingml/2006/main" noGrp="1"/>
          </p:cNvSpPr>
          <p:nvPr>
            <p:ph type="title" idx="0"/>
          </p:nvPr>
        </p:nvSpPr>
        <p:spPr>
          <a:xfrm xmlns:a="http://schemas.openxmlformats.org/drawingml/2006/main">
            <a:off x="812800" y="1259582"/>
            <a:ext cx="10883392" cy="43765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290"/>
              </a:lnSpc>
              <a:buNone/>
            </a:pPr>
            <a:r>
              <a:rPr sz="2991" b="1" i="0">
                <a:solidFill>
                  <a:srgbClr val="16222F"/>
                </a:solidFill>
                <a:latin typeface="Arial"/>
                <a:ea typeface="Arial"/>
                <a:cs typeface="Arial"/>
              </a:rPr>
              <a:t>2020 se excluye de todo análisis</a:t>
            </a:r>
            <a:endParaRPr sz="2991"/>
          </a:p>
        </p:txBody>
      </p:sp>
      <p:sp>
        <p:nvSpPr>
          <p:cNvPr id="4" name="Shape 2">
            <a:extLst xmlns:a="http://schemas.openxmlformats.org/drawingml/2006/main">
              <a:ext uri="{FF2B5EF4-FFF2-40B4-BE49-F238E27FC236}">
                <a16:creationId xmlns:a16="http://schemas.microsoft.com/office/drawing/2014/main" id="{A5720A0C-CD3F-4A95-B469-7D6D340E2EC9}"/>
              </a:ext>
            </a:extLst>
          </p:cNvPr>
          <p:cNvSpPr>
            <a:spLocks xmlns:a="http://schemas.openxmlformats.org/drawingml/2006/main" noGrp="1"/>
          </p:cNvSpPr>
          <p:nvPr/>
        </p:nvSpPr>
        <p:spPr>
          <a:xfrm xmlns:a="http://schemas.openxmlformats.org/drawingml/2006/main">
            <a:off x="815975" y="1878211"/>
            <a:ext cx="5708650" cy="2417266"/>
          </a:xfrm>
          <a:prstGeom xmlns:a="http://schemas.openxmlformats.org/drawingml/2006/main" prst="roundRect">
            <a:avLst>
              <a:gd name="adj" fmla="val 4072"/>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Text 3">
            <a:extLst xmlns:a="http://schemas.openxmlformats.org/drawingml/2006/main">
              <a:ext uri="{FF2B5EF4-FFF2-40B4-BE49-F238E27FC236}">
                <a16:creationId xmlns:a16="http://schemas.microsoft.com/office/drawing/2014/main" id="{88E4F1C4-F3E0-4FCC-A37A-9DAB6B9104C1}"/>
              </a:ext>
            </a:extLst>
          </p:cNvPr>
          <p:cNvSpPr>
            <a:spLocks xmlns:a="http://schemas.openxmlformats.org/drawingml/2006/main" noGrp="1"/>
          </p:cNvSpPr>
          <p:nvPr/>
        </p:nvSpPr>
        <p:spPr>
          <a:xfrm xmlns:a="http://schemas.openxmlformats.org/drawingml/2006/main">
            <a:off x="946150" y="3972223"/>
            <a:ext cx="5611749" cy="218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50"/>
              </a:lnSpc>
              <a:buNone/>
            </a:pPr>
            <a:r>
              <a:rPr sz="1193">
                <a:solidFill>
                  <a:srgbClr val="55606B"/>
                </a:solidFill>
                <a:latin typeface="Arial"/>
                <a:ea typeface="Arial"/>
                <a:cs typeface="Arial"/>
              </a:rPr>
              <a:t>Resultados recalculados sin 2020; el periodo pandémico no se analiza.</a:t>
            </a:r>
            <a:endParaRPr sz="1193"/>
          </a:p>
        </p:txBody>
      </p:sp>
      <p:sp>
        <p:nvSpPr>
          <p:cNvPr id="7" name="Shape 4">
            <a:extLst xmlns:a="http://schemas.openxmlformats.org/drawingml/2006/main">
              <a:ext uri="{FF2B5EF4-FFF2-40B4-BE49-F238E27FC236}">
                <a16:creationId xmlns:a16="http://schemas.microsoft.com/office/drawing/2014/main" id="{3649FE74-B670-44EE-8901-0EEFE78CC694}"/>
              </a:ext>
            </a:extLst>
          </p:cNvPr>
          <p:cNvSpPr>
            <a:spLocks xmlns:a="http://schemas.openxmlformats.org/drawingml/2006/main" noGrp="1"/>
          </p:cNvSpPr>
          <p:nvPr/>
        </p:nvSpPr>
        <p:spPr>
          <a:xfrm xmlns:a="http://schemas.openxmlformats.org/drawingml/2006/main">
            <a:off x="6835775" y="1878211"/>
            <a:ext cx="4540250" cy="1187450"/>
          </a:xfrm>
          <a:prstGeom xmlns:a="http://schemas.openxmlformats.org/drawingml/2006/main" prst="roundRect">
            <a:avLst>
              <a:gd name="adj" fmla="val 8289"/>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5">
            <a:extLst xmlns:a="http://schemas.openxmlformats.org/drawingml/2006/main">
              <a:ext uri="{FF2B5EF4-FFF2-40B4-BE49-F238E27FC236}">
                <a16:creationId xmlns:a16="http://schemas.microsoft.com/office/drawing/2014/main" id="{9345ECD0-A360-4CB4-BAC8-E453E5BEA4D4}"/>
              </a:ext>
            </a:extLst>
          </p:cNvPr>
          <p:cNvSpPr>
            <a:spLocks xmlns:a="http://schemas.openxmlformats.org/drawingml/2006/main" noGrp="1"/>
          </p:cNvSpPr>
          <p:nvPr/>
        </p:nvSpPr>
        <p:spPr>
          <a:xfrm xmlns:a="http://schemas.openxmlformats.org/drawingml/2006/main">
            <a:off x="6991350" y="2033786"/>
            <a:ext cx="4355973"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300"/>
              </a:lnSpc>
              <a:buNone/>
            </a:pPr>
            <a:r>
              <a:rPr sz="3000" b="1">
                <a:solidFill>
                  <a:srgbClr val="176B7B"/>
                </a:solidFill>
                <a:latin typeface="Arial"/>
                <a:ea typeface="Arial"/>
                <a:cs typeface="Arial"/>
              </a:rPr>
              <a:t>EXCLUIDO</a:t>
            </a:r>
            <a:endParaRPr sz="3000"/>
          </a:p>
        </p:txBody>
      </p:sp>
      <p:sp>
        <p:nvSpPr>
          <p:cNvPr id="9" name="Text 6">
            <a:extLst xmlns:a="http://schemas.openxmlformats.org/drawingml/2006/main">
              <a:ext uri="{FF2B5EF4-FFF2-40B4-BE49-F238E27FC236}">
                <a16:creationId xmlns:a16="http://schemas.microsoft.com/office/drawing/2014/main" id="{352F0BC5-75A0-4419-96A8-40A8E5732E12}"/>
              </a:ext>
            </a:extLst>
          </p:cNvPr>
          <p:cNvSpPr>
            <a:spLocks xmlns:a="http://schemas.openxmlformats.org/drawingml/2006/main" noGrp="1"/>
          </p:cNvSpPr>
          <p:nvPr/>
        </p:nvSpPr>
        <p:spPr>
          <a:xfrm xmlns:a="http://schemas.openxmlformats.org/drawingml/2006/main">
            <a:off x="6991350" y="2490986"/>
            <a:ext cx="4355973"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300">
                <a:solidFill>
                  <a:srgbClr val="55606B"/>
                </a:solidFill>
                <a:latin typeface="Arial"/>
                <a:ea typeface="Arial"/>
                <a:cs typeface="Arial"/>
              </a:rPr>
              <a:t>No presentamos métricas ni conclusiones sobre 2020.</a:t>
            </a:r>
            <a:endParaRPr sz="1300"/>
          </a:p>
        </p:txBody>
      </p:sp>
      <p:sp>
        <p:nvSpPr>
          <p:cNvPr id="10" name="Shape 7">
            <a:extLst xmlns:a="http://schemas.openxmlformats.org/drawingml/2006/main">
              <a:ext uri="{FF2B5EF4-FFF2-40B4-BE49-F238E27FC236}">
                <a16:creationId xmlns:a16="http://schemas.microsoft.com/office/drawing/2014/main" id="{AEB33206-4CE0-46BA-82DC-D6129D0CBAEA}"/>
              </a:ext>
            </a:extLst>
          </p:cNvPr>
          <p:cNvSpPr>
            <a:spLocks xmlns:a="http://schemas.openxmlformats.org/drawingml/2006/main" noGrp="1"/>
          </p:cNvSpPr>
          <p:nvPr/>
        </p:nvSpPr>
        <p:spPr>
          <a:xfrm xmlns:a="http://schemas.openxmlformats.org/drawingml/2006/main">
            <a:off x="6832600" y="3195836"/>
            <a:ext cx="4546600" cy="971550"/>
          </a:xfrm>
          <a:prstGeom xmlns:a="http://schemas.openxmlformats.org/drawingml/2006/main" prst="roundRect">
            <a:avLst>
              <a:gd name="adj" fmla="val 10458"/>
            </a:avLst>
          </a:prstGeom>
          <a:solidFill xmlns:a="http://schemas.openxmlformats.org/drawingml/2006/main">
            <a:srgbClr val="13243B"/>
          </a:solidFill>
        </p:spPr>
        <p:txBody>
          <a:bodyPr xmlns:a="http://schemas.openxmlformats.org/drawingml/2006/main"/>
          <a:lstStyle xmlns:a="http://schemas.openxmlformats.org/drawingml/2006/main"/>
          <a:p xmlns:a="http://schemas.openxmlformats.org/drawingml/2006/main">
            <a:endParaRPr/>
          </a:p>
        </p:txBody>
      </p:sp>
      <p:sp>
        <p:nvSpPr>
          <p:cNvPr id="11" name="Text 8">
            <a:extLst xmlns:a="http://schemas.openxmlformats.org/drawingml/2006/main">
              <a:ext uri="{FF2B5EF4-FFF2-40B4-BE49-F238E27FC236}">
                <a16:creationId xmlns:a16="http://schemas.microsoft.com/office/drawing/2014/main" id="{0D4E08AD-4AB1-45A6-9101-48096BE192E2}"/>
              </a:ext>
            </a:extLst>
          </p:cNvPr>
          <p:cNvSpPr>
            <a:spLocks xmlns:a="http://schemas.openxmlformats.org/drawingml/2006/main" noGrp="1"/>
          </p:cNvSpPr>
          <p:nvPr/>
        </p:nvSpPr>
        <p:spPr>
          <a:xfrm xmlns:a="http://schemas.openxmlformats.org/drawingml/2006/main">
            <a:off x="6985000" y="3348236"/>
            <a:ext cx="4369054"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300"/>
              </a:lnSpc>
              <a:buNone/>
            </a:pPr>
            <a:r>
              <a:rPr sz="3000" b="1">
                <a:solidFill>
                  <a:srgbClr val="E9A23B"/>
                </a:solidFill>
                <a:latin typeface="Arial"/>
                <a:ea typeface="Arial"/>
                <a:cs typeface="Arial"/>
              </a:rPr>
              <a:t>21,65 %</a:t>
            </a:r>
            <a:endParaRPr sz="3000"/>
          </a:p>
        </p:txBody>
      </p:sp>
      <p:sp>
        <p:nvSpPr>
          <p:cNvPr id="12" name="Text 9">
            <a:extLst xmlns:a="http://schemas.openxmlformats.org/drawingml/2006/main">
              <a:ext uri="{FF2B5EF4-FFF2-40B4-BE49-F238E27FC236}">
                <a16:creationId xmlns:a16="http://schemas.microsoft.com/office/drawing/2014/main" id="{A748BF12-B1F1-4E4F-9ED4-43B1AB2F15D1}"/>
              </a:ext>
            </a:extLst>
          </p:cNvPr>
          <p:cNvSpPr>
            <a:spLocks xmlns:a="http://schemas.openxmlformats.org/drawingml/2006/main" noGrp="1"/>
          </p:cNvSpPr>
          <p:nvPr/>
        </p:nvSpPr>
        <p:spPr>
          <a:xfrm xmlns:a="http://schemas.openxmlformats.org/drawingml/2006/main">
            <a:off x="6985000" y="3805436"/>
            <a:ext cx="4369054"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r>
              <a:rPr sz="1100">
                <a:solidFill>
                  <a:srgbClr val="FFFFFF"/>
                </a:solidFill>
              </a:rPr>
              <a:t>tasa observada en vuelos etiquetados, ene–jul 2022</a:t>
            </a:r>
          </a:p>
        </p:txBody>
      </p:sp>
      <p:sp>
        <p:nvSpPr>
          <p:cNvPr id="13" name="Text 10">
            <a:extLst xmlns:a="http://schemas.openxmlformats.org/drawingml/2006/main">
              <a:ext uri="{FF2B5EF4-FFF2-40B4-BE49-F238E27FC236}">
                <a16:creationId xmlns:a16="http://schemas.microsoft.com/office/drawing/2014/main" id="{0791448F-8B23-4813-B379-FCE5FB60082F}"/>
              </a:ext>
            </a:extLst>
          </p:cNvPr>
          <p:cNvSpPr>
            <a:spLocks xmlns:a="http://schemas.openxmlformats.org/drawingml/2006/main" noGrp="1"/>
          </p:cNvSpPr>
          <p:nvPr/>
        </p:nvSpPr>
        <p:spPr>
          <a:xfrm xmlns:a="http://schemas.openxmlformats.org/drawingml/2006/main">
            <a:off x="812800" y="4501852"/>
            <a:ext cx="10883392" cy="28773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93"/>
              </a:lnSpc>
              <a:buNone/>
            </a:pPr>
            <a:r>
              <a:rPr sz="1495" b="1">
                <a:solidFill>
                  <a:srgbClr val="55606B"/>
                </a:solidFill>
                <a:latin typeface="Arial"/>
                <a:ea typeface="Arial"/>
                <a:cs typeface="Arial"/>
              </a:rPr>
              <a:t>Ventanas de análisis y modelado sin 2020</a:t>
            </a:r>
            <a:endParaRPr sz="1495"/>
          </a:p>
        </p:txBody>
      </p:sp>
      <p:sp>
        <p:nvSpPr>
          <p:cNvPr id="14" name="Shape 11">
            <a:extLst xmlns:a="http://schemas.openxmlformats.org/drawingml/2006/main">
              <a:ext uri="{FF2B5EF4-FFF2-40B4-BE49-F238E27FC236}">
                <a16:creationId xmlns:a16="http://schemas.microsoft.com/office/drawing/2014/main" id="{2D5FD9E1-E02B-4253-9510-585FE483A71F}"/>
              </a:ext>
            </a:extLst>
          </p:cNvPr>
          <p:cNvSpPr>
            <a:spLocks xmlns:a="http://schemas.openxmlformats.org/drawingml/2006/main" noGrp="1"/>
          </p:cNvSpPr>
          <p:nvPr/>
        </p:nvSpPr>
        <p:spPr>
          <a:xfrm xmlns:a="http://schemas.openxmlformats.org/drawingml/2006/main">
            <a:off x="815975" y="4970562"/>
            <a:ext cx="2346325" cy="868164"/>
          </a:xfrm>
          <a:prstGeom xmlns:a="http://schemas.openxmlformats.org/drawingml/2006/main" prst="roundRect">
            <a:avLst>
              <a:gd name="adj" fmla="val 11337"/>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Text 12">
            <a:extLst xmlns:a="http://schemas.openxmlformats.org/drawingml/2006/main">
              <a:ext uri="{FF2B5EF4-FFF2-40B4-BE49-F238E27FC236}">
                <a16:creationId xmlns:a16="http://schemas.microsoft.com/office/drawing/2014/main" id="{96065959-C5EC-48CD-A5B3-5591A777399C}"/>
              </a:ext>
            </a:extLst>
          </p:cNvPr>
          <p:cNvSpPr>
            <a:spLocks xmlns:a="http://schemas.openxmlformats.org/drawingml/2006/main" noGrp="1"/>
          </p:cNvSpPr>
          <p:nvPr/>
        </p:nvSpPr>
        <p:spPr>
          <a:xfrm xmlns:a="http://schemas.openxmlformats.org/drawingml/2006/main">
            <a:off x="971550" y="5100737"/>
            <a:ext cx="2096230" cy="22989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48"/>
              </a:lnSpc>
              <a:buNone/>
            </a:pPr>
            <a:r>
              <a:rPr sz="1177" b="1">
                <a:solidFill>
                  <a:srgbClr val="176B7B"/>
                </a:solidFill>
                <a:latin typeface="Arial"/>
                <a:ea typeface="Arial"/>
                <a:cs typeface="Arial"/>
              </a:rPr>
              <a:t>Logística · 2021</a:t>
            </a:r>
            <a:endParaRPr sz="1177"/>
          </a:p>
        </p:txBody>
      </p:sp>
      <p:sp>
        <p:nvSpPr>
          <p:cNvPr id="16" name="Text 13">
            <a:extLst xmlns:a="http://schemas.openxmlformats.org/drawingml/2006/main">
              <a:ext uri="{FF2B5EF4-FFF2-40B4-BE49-F238E27FC236}">
                <a16:creationId xmlns:a16="http://schemas.microsoft.com/office/drawing/2014/main" id="{30826549-9872-498F-8856-979839966780}"/>
              </a:ext>
            </a:extLst>
          </p:cNvPr>
          <p:cNvSpPr>
            <a:spLocks xmlns:a="http://schemas.openxmlformats.org/drawingml/2006/main" noGrp="1"/>
          </p:cNvSpPr>
          <p:nvPr/>
        </p:nvSpPr>
        <p:spPr>
          <a:xfrm xmlns:a="http://schemas.openxmlformats.org/drawingml/2006/main">
            <a:off x="971550" y="5330627"/>
            <a:ext cx="2096230" cy="40332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042"/>
              </a:lnSpc>
              <a:buNone/>
            </a:pPr>
            <a:r>
              <a:rPr sz="1500" b="1">
                <a:solidFill>
                  <a:srgbClr val="16222F"/>
                </a:solidFill>
                <a:latin typeface="Arial"/>
                <a:ea typeface="Arial"/>
                <a:cs typeface="Arial"/>
              </a:rPr>
              <a:t>400.000 vuelos</a:t>
            </a:r>
            <a:endParaRPr sz="2173"/>
          </a:p>
        </p:txBody>
      </p:sp>
      <p:pic>
        <p:nvPicPr>
          <p:cNvPr id="17" name="Image 1">
            <a:extLst xmlns:a="http://schemas.openxmlformats.org/drawingml/2006/main">
              <a:ext uri="{FF2B5EF4-FFF2-40B4-BE49-F238E27FC236}">
                <a16:creationId xmlns:a16="http://schemas.microsoft.com/office/drawing/2014/main" id="{868B9161-B808-440D-A076-F5DAB6367B2A}"/>
              </a:ext>
            </a:extLst>
          </p:cNvPr>
          <p:cNvPicPr>
            <a:picLocks xmlns:a="http://schemas.openxmlformats.org/drawingml/2006/main" noChangeAspect="1"/>
          </p:cNvPicPr>
          <p:nvPr/>
        </p:nvPicPr>
        <p:blipFill>
          <a:blip xmlns:r="http://schemas.openxmlformats.org/officeDocument/2006/relationships" xmlns:a="http://schemas.openxmlformats.org/drawingml/2006/main" r:embed="R1c0da831fd75402b"/>
          <a:srcRect xmlns:a="http://schemas.openxmlformats.org/drawingml/2006/main" l="0" t="0" r="0" b="0"/>
          <a:stretch xmlns:a="http://schemas.openxmlformats.org/drawingml/2006/main"/>
        </p:blipFill>
        <p:spPr>
          <a:xfrm xmlns:a="http://schemas.openxmlformats.org/drawingml/2006/main">
            <a:off x="3267075" y="5303044"/>
            <a:ext cx="304800" cy="203200"/>
          </a:xfrm>
          <a:prstGeom xmlns:a="http://schemas.openxmlformats.org/drawingml/2006/main" prst="rect">
            <a:avLst/>
          </a:prstGeom>
        </p:spPr>
      </p:pic>
      <p:sp>
        <p:nvSpPr>
          <p:cNvPr id="18" name="Shape 14">
            <a:extLst xmlns:a="http://schemas.openxmlformats.org/drawingml/2006/main">
              <a:ext uri="{FF2B5EF4-FFF2-40B4-BE49-F238E27FC236}">
                <a16:creationId xmlns:a16="http://schemas.microsoft.com/office/drawing/2014/main" id="{E59DFFE4-ACEB-4A19-A863-8EFD2B6BAFD1}"/>
              </a:ext>
            </a:extLst>
          </p:cNvPr>
          <p:cNvSpPr>
            <a:spLocks xmlns:a="http://schemas.openxmlformats.org/drawingml/2006/main" noGrp="1"/>
          </p:cNvSpPr>
          <p:nvPr/>
        </p:nvSpPr>
        <p:spPr>
          <a:xfrm xmlns:a="http://schemas.openxmlformats.org/drawingml/2006/main">
            <a:off x="3676650" y="4970562"/>
            <a:ext cx="2346325" cy="868164"/>
          </a:xfrm>
          <a:prstGeom xmlns:a="http://schemas.openxmlformats.org/drawingml/2006/main" prst="roundRect">
            <a:avLst>
              <a:gd name="adj" fmla="val 11337"/>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Text 15">
            <a:extLst xmlns:a="http://schemas.openxmlformats.org/drawingml/2006/main">
              <a:ext uri="{FF2B5EF4-FFF2-40B4-BE49-F238E27FC236}">
                <a16:creationId xmlns:a16="http://schemas.microsoft.com/office/drawing/2014/main" id="{0B3B757C-1862-4529-8203-C947FC2EEBF5}"/>
              </a:ext>
            </a:extLst>
          </p:cNvPr>
          <p:cNvSpPr>
            <a:spLocks xmlns:a="http://schemas.openxmlformats.org/drawingml/2006/main" noGrp="1"/>
          </p:cNvSpPr>
          <p:nvPr/>
        </p:nvSpPr>
        <p:spPr>
          <a:xfrm xmlns:a="http://schemas.openxmlformats.org/drawingml/2006/main">
            <a:off x="3832225" y="5100737"/>
            <a:ext cx="2096230" cy="22989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48"/>
              </a:lnSpc>
              <a:buNone/>
            </a:pPr>
            <a:r>
              <a:rPr sz="1177" b="1">
                <a:solidFill>
                  <a:srgbClr val="176B7B"/>
                </a:solidFill>
                <a:latin typeface="Arial"/>
                <a:ea typeface="Arial"/>
                <a:cs typeface="Arial"/>
              </a:rPr>
              <a:t>Boosting · 2021</a:t>
            </a:r>
            <a:endParaRPr sz="1177"/>
          </a:p>
        </p:txBody>
      </p:sp>
      <p:sp>
        <p:nvSpPr>
          <p:cNvPr id="20" name="Text 16">
            <a:extLst xmlns:a="http://schemas.openxmlformats.org/drawingml/2006/main">
              <a:ext uri="{FF2B5EF4-FFF2-40B4-BE49-F238E27FC236}">
                <a16:creationId xmlns:a16="http://schemas.microsoft.com/office/drawing/2014/main" id="{FB6F5EBC-E3E4-495E-B99B-861287C5819B}"/>
              </a:ext>
            </a:extLst>
          </p:cNvPr>
          <p:cNvSpPr>
            <a:spLocks xmlns:a="http://schemas.openxmlformats.org/drawingml/2006/main" noGrp="1"/>
          </p:cNvSpPr>
          <p:nvPr/>
        </p:nvSpPr>
        <p:spPr>
          <a:xfrm xmlns:a="http://schemas.openxmlformats.org/drawingml/2006/main">
            <a:off x="3832225" y="5330627"/>
            <a:ext cx="2096230" cy="40332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042"/>
              </a:lnSpc>
              <a:buNone/>
            </a:pPr>
            <a:r>
              <a:rPr sz="1500" b="1">
                <a:solidFill>
                  <a:srgbClr val="16222F"/>
                </a:solidFill>
                <a:latin typeface="Arial"/>
                <a:ea typeface="Arial"/>
                <a:cs typeface="Arial"/>
              </a:rPr>
              <a:t>1 millón de vuelos</a:t>
            </a:r>
            <a:endParaRPr sz="2173"/>
          </a:p>
        </p:txBody>
      </p:sp>
      <p:pic>
        <p:nvPicPr>
          <p:cNvPr id="21" name="Image 2">
            <a:extLst xmlns:a="http://schemas.openxmlformats.org/drawingml/2006/main">
              <a:ext uri="{FF2B5EF4-FFF2-40B4-BE49-F238E27FC236}">
                <a16:creationId xmlns:a16="http://schemas.microsoft.com/office/drawing/2014/main" id="{30F08918-E30D-4D46-ADAD-7C7E44D83519}"/>
              </a:ext>
            </a:extLst>
          </p:cNvPr>
          <p:cNvPicPr>
            <a:picLocks xmlns:a="http://schemas.openxmlformats.org/drawingml/2006/main" noChangeAspect="1"/>
          </p:cNvPicPr>
          <p:nvPr/>
        </p:nvPicPr>
        <p:blipFill>
          <a:blip xmlns:r="http://schemas.openxmlformats.org/officeDocument/2006/relationships" xmlns:a="http://schemas.openxmlformats.org/drawingml/2006/main" r:embed="R1c0da831fd75402b"/>
          <a:srcRect xmlns:a="http://schemas.openxmlformats.org/drawingml/2006/main" l="0" t="0" r="0" b="0"/>
          <a:stretch xmlns:a="http://schemas.openxmlformats.org/drawingml/2006/main"/>
        </p:blipFill>
        <p:spPr>
          <a:xfrm xmlns:a="http://schemas.openxmlformats.org/drawingml/2006/main">
            <a:off x="6127750" y="5303044"/>
            <a:ext cx="304800" cy="203200"/>
          </a:xfrm>
          <a:prstGeom xmlns:a="http://schemas.openxmlformats.org/drawingml/2006/main" prst="rect">
            <a:avLst/>
          </a:prstGeom>
        </p:spPr>
      </p:pic>
      <p:sp>
        <p:nvSpPr>
          <p:cNvPr id="22" name="Shape 17">
            <a:extLst xmlns:a="http://schemas.openxmlformats.org/drawingml/2006/main">
              <a:ext uri="{FF2B5EF4-FFF2-40B4-BE49-F238E27FC236}">
                <a16:creationId xmlns:a16="http://schemas.microsoft.com/office/drawing/2014/main" id="{9CE96FA0-8D11-41A3-9D57-67CE71F92C77}"/>
              </a:ext>
            </a:extLst>
          </p:cNvPr>
          <p:cNvSpPr>
            <a:spLocks xmlns:a="http://schemas.openxmlformats.org/drawingml/2006/main" noGrp="1"/>
          </p:cNvSpPr>
          <p:nvPr/>
        </p:nvSpPr>
        <p:spPr>
          <a:xfrm xmlns:a="http://schemas.openxmlformats.org/drawingml/2006/main">
            <a:off x="6537325" y="4970562"/>
            <a:ext cx="2346325" cy="868164"/>
          </a:xfrm>
          <a:prstGeom xmlns:a="http://schemas.openxmlformats.org/drawingml/2006/main" prst="roundRect">
            <a:avLst>
              <a:gd name="adj" fmla="val 11337"/>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23" name="Text 18">
            <a:extLst xmlns:a="http://schemas.openxmlformats.org/drawingml/2006/main">
              <a:ext uri="{FF2B5EF4-FFF2-40B4-BE49-F238E27FC236}">
                <a16:creationId xmlns:a16="http://schemas.microsoft.com/office/drawing/2014/main" id="{35FF9923-C934-46DA-8E93-C34AA2DDE9A4}"/>
              </a:ext>
            </a:extLst>
          </p:cNvPr>
          <p:cNvSpPr>
            <a:spLocks xmlns:a="http://schemas.openxmlformats.org/drawingml/2006/main" noGrp="1"/>
          </p:cNvSpPr>
          <p:nvPr/>
        </p:nvSpPr>
        <p:spPr>
          <a:xfrm xmlns:a="http://schemas.openxmlformats.org/drawingml/2006/main">
            <a:off x="6692900" y="5100737"/>
            <a:ext cx="2096230" cy="22989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48"/>
              </a:lnSpc>
              <a:buNone/>
            </a:pPr>
            <a:r>
              <a:rPr sz="1177" b="1">
                <a:solidFill>
                  <a:srgbClr val="176B7B"/>
                </a:solidFill>
                <a:latin typeface="Arial"/>
                <a:ea typeface="Arial"/>
                <a:cs typeface="Arial"/>
              </a:rPr>
              <a:t>Evaluación · 2022</a:t>
            </a:r>
            <a:endParaRPr sz="1177"/>
          </a:p>
        </p:txBody>
      </p:sp>
      <p:sp>
        <p:nvSpPr>
          <p:cNvPr id="24" name="Text 19">
            <a:extLst xmlns:a="http://schemas.openxmlformats.org/drawingml/2006/main">
              <a:ext uri="{FF2B5EF4-FFF2-40B4-BE49-F238E27FC236}">
                <a16:creationId xmlns:a16="http://schemas.microsoft.com/office/drawing/2014/main" id="{371BF4C8-1249-4BAC-B6A6-4282CC88994A}"/>
              </a:ext>
            </a:extLst>
          </p:cNvPr>
          <p:cNvSpPr>
            <a:spLocks xmlns:a="http://schemas.openxmlformats.org/drawingml/2006/main" noGrp="1"/>
          </p:cNvSpPr>
          <p:nvPr/>
        </p:nvSpPr>
        <p:spPr>
          <a:xfrm xmlns:a="http://schemas.openxmlformats.org/drawingml/2006/main">
            <a:off x="6692900" y="5330627"/>
            <a:ext cx="2096230" cy="40332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042"/>
              </a:lnSpc>
              <a:buNone/>
            </a:pPr>
            <a:r>
              <a:rPr sz="2173" b="1">
                <a:solidFill>
                  <a:srgbClr val="16222F"/>
                </a:solidFill>
                <a:latin typeface="Arial"/>
                <a:ea typeface="Arial"/>
                <a:cs typeface="Arial"/>
              </a:rPr>
              <a:t>Ene–jul; no independiente</a:t>
            </a:r>
            <a:endParaRPr sz="2173"/>
          </a:p>
        </p:txBody>
      </p:sp>
      <p:sp>
        <p:nvSpPr>
          <p:cNvPr id="25" name="Text 20">
            <a:extLst xmlns:a="http://schemas.openxmlformats.org/drawingml/2006/main">
              <a:ext uri="{FF2B5EF4-FFF2-40B4-BE49-F238E27FC236}">
                <a16:creationId xmlns:a16="http://schemas.microsoft.com/office/drawing/2014/main" id="{4C19D4FE-635B-471D-B7B6-C44116D1CDB8}"/>
              </a:ext>
            </a:extLst>
          </p:cNvPr>
          <p:cNvSpPr>
            <a:spLocks xmlns:a="http://schemas.openxmlformats.org/drawingml/2006/main" noGrp="1"/>
          </p:cNvSpPr>
          <p:nvPr/>
        </p:nvSpPr>
        <p:spPr>
          <a:xfrm xmlns:a="http://schemas.openxmlformats.org/drawingml/2006/main">
            <a:off x="8988425" y="4967387"/>
            <a:ext cx="2390775" cy="874514"/>
          </a:xfrm>
          <a:prstGeom xmlns:a="http://schemas.openxmlformats.org/drawingml/2006/main" prst="roundRect">
            <a:avLst>
              <a:gd name="adj" fmla="val 11618"/>
            </a:avLst>
          </a:prstGeom>
          <a:solidFill xmlns:a="http://schemas.openxmlformats.org/drawingml/2006/main">
            <a:srgbClr val="E9A23B"/>
          </a:solidFill>
        </p:spPr>
        <p:txBody>
          <a:bodyPr xmlns:a="http://schemas.openxmlformats.org/drawingml/2006/main" wrap="square" lIns="148042" tIns="97242" rIns="86987" bIns="71842" anchor="t">
            <a:normAutofit/>
          </a:bodyPr>
          <a:lstStyle xmlns:a="http://schemas.openxmlformats.org/drawingml/2006/main"/>
          <a:p xmlns:a="http://schemas.openxmlformats.org/drawingml/2006/main">
            <a:pPr marL="0" indent="0" algn="l">
              <a:lnSpc>
                <a:spcPts val="1750"/>
              </a:lnSpc>
              <a:buNone/>
            </a:pPr>
            <a:r>
              <a:rPr sz="1100" b="1">
                <a:solidFill>
                  <a:srgbClr val="13243B"/>
                </a:solidFill>
                <a:latin typeface="Arial"/>
                <a:ea typeface="Arial"/>
                <a:cs typeface="Arial"/>
              </a:rPr>
              <a:t>2021: entrenamiento ene–sep; validación oct–dic</a:t>
            </a:r>
            <a:endParaRPr sz="1400"/>
          </a:p>
        </p:txBody>
      </p:sp>
      <p:sp>
        <p:nvSpPr>
          <p:cNvPr id="26" name="Text 21">
            <a:extLst xmlns:a="http://schemas.openxmlformats.org/drawingml/2006/main">
              <a:ext uri="{FF2B5EF4-FFF2-40B4-BE49-F238E27FC236}">
                <a16:creationId xmlns:a16="http://schemas.microsoft.com/office/drawing/2014/main" id="{6F2514E6-797D-4BF7-BEB3-215A59A079E8}"/>
              </a:ext>
            </a:extLst>
          </p:cNvPr>
          <p:cNvSpPr>
            <a:spLocks xmlns:a="http://schemas.openxmlformats.org/drawingml/2006/main" noGrp="1"/>
          </p:cNvSpPr>
          <p:nvPr/>
        </p:nvSpPr>
        <p:spPr>
          <a:xfrm xmlns:a="http://schemas.openxmlformats.org/drawingml/2006/main">
            <a:off x="812800" y="6242050"/>
            <a:ext cx="850265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55606B"/>
                </a:solidFill>
                <a:latin typeface="Arial"/>
                <a:ea typeface="Arial"/>
                <a:cs typeface="Arial"/>
              </a:rPr>
              <a:t>Cifras y gráficos presentados aquí corresponden a salidas recalculadas sin 2020.</a:t>
            </a:r>
            <a:endParaRPr sz="1200"/>
          </a:p>
        </p:txBody>
      </p:sp>
      <p:sp>
        <p:nvSpPr>
          <p:cNvPr id="27" name="Text 22">
            <a:extLst xmlns:a="http://schemas.openxmlformats.org/drawingml/2006/main">
              <a:ext uri="{FF2B5EF4-FFF2-40B4-BE49-F238E27FC236}">
                <a16:creationId xmlns:a16="http://schemas.microsoft.com/office/drawing/2014/main" id="{449DBC7B-3362-467C-81FD-F29D138DC2EF}"/>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55606B"/>
                </a:solidFill>
                <a:latin typeface="Arial"/>
                <a:ea typeface="Arial"/>
                <a:cs typeface="Arial"/>
              </a:rPr>
              <a:t>5</a:t>
            </a:r>
            <a:endParaRPr sz="1200"/>
          </a:p>
        </p:txBody>
      </p:sp>
      <p:sp>
        <p:nvSpPr>
          <p:cNvPr id="28" name="Rounded Rectangle 27">
            <a:extLst xmlns:a="http://schemas.openxmlformats.org/drawingml/2006/main">
              <a:ext uri="{FF2B5EF4-FFF2-40B4-BE49-F238E27FC236}">
                <a16:creationId xmlns:a16="http://schemas.microsoft.com/office/drawing/2014/main" id="{CD7834EC-AC37-4D89-87DD-F3B287D2538E}"/>
              </a:ext>
            </a:extLst>
          </p:cNvPr>
          <p:cNvSpPr>
            <a:spLocks xmlns:a="http://schemas.openxmlformats.org/drawingml/2006/main" noGrp="1"/>
          </p:cNvSpPr>
          <p:nvPr/>
        </p:nvSpPr>
        <p:spPr>
          <a:xfrm xmlns:a="http://schemas.openxmlformats.org/drawingml/2006/main">
            <a:off x="950976" y="2011680"/>
            <a:ext cx="5458968" cy="1883664"/>
          </a:xfrm>
          <a:prstGeom xmlns:a="http://schemas.openxmlformats.org/drawingml/2006/main" prst="roundRect">
            <a:avLst/>
          </a:prstGeom>
          <a:solidFill xmlns:a="http://schemas.openxmlformats.org/drawingml/2006/main">
            <a:srgbClr val="F8FAFC"/>
          </a:solidFill>
          <a:ln xmlns:a="http://schemas.openxmlformats.org/drawingml/2006/main">
            <a:solidFill>
              <a:srgbClr val="D2DAE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Rounded Rectangle 28">
            <a:extLst xmlns:a="http://schemas.openxmlformats.org/drawingml/2006/main">
              <a:ext uri="{FF2B5EF4-FFF2-40B4-BE49-F238E27FC236}">
                <a16:creationId xmlns:a16="http://schemas.microsoft.com/office/drawing/2014/main" id="{01ADFBFB-5E62-4A34-9FFE-67BDA5CB016E}"/>
              </a:ext>
            </a:extLst>
          </p:cNvPr>
          <p:cNvSpPr>
            <a:spLocks xmlns:a="http://schemas.openxmlformats.org/drawingml/2006/main" noGrp="1"/>
          </p:cNvSpPr>
          <p:nvPr/>
        </p:nvSpPr>
        <p:spPr>
          <a:xfrm xmlns:a="http://schemas.openxmlformats.org/drawingml/2006/main">
            <a:off x="1216152" y="2423160"/>
            <a:ext cx="932688" cy="859536"/>
          </a:xfrm>
          <a:prstGeom xmlns:a="http://schemas.openxmlformats.org/drawingml/2006/main" prst="roundRect">
            <a:avLst/>
          </a:prstGeom>
          <a:solidFill xmlns:a="http://schemas.openxmlformats.org/drawingml/2006/main">
            <a:srgbClr val="FFFFFF"/>
          </a:solidFill>
          <a:ln xmlns:a="http://schemas.openxmlformats.org/drawingml/2006/main">
            <a:solidFill>
              <a:srgbClr val="23695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rPr sz="1900" b="1">
                <a:solidFill>
                  <a:srgbClr val="1A2530"/>
                </a:solidFill>
              </a:rPr>
              <a:t>2018</a:t>
            </a:r>
          </a:p>
          <a:p xmlns:a="http://schemas.openxmlformats.org/drawingml/2006/main">
            <a:pPr algn="ctr">
              <a:buNone/>
            </a:pPr>
            <a:r>
              <a:rPr sz="900" b="1">
                <a:solidFill>
                  <a:srgbClr val="236952"/>
                </a:solidFill>
              </a:rPr>
              <a:t>INCLUIDO</a:t>
            </a:r>
          </a:p>
        </p:txBody>
      </p:sp>
      <p:sp>
        <p:nvSpPr>
          <p:cNvPr id="30" name="Rounded Rectangle 29">
            <a:extLst xmlns:a="http://schemas.openxmlformats.org/drawingml/2006/main">
              <a:ext uri="{FF2B5EF4-FFF2-40B4-BE49-F238E27FC236}">
                <a16:creationId xmlns:a16="http://schemas.microsoft.com/office/drawing/2014/main" id="{2BF54A28-D86C-4A42-A34A-90574EBCB05C}"/>
              </a:ext>
            </a:extLst>
          </p:cNvPr>
          <p:cNvSpPr>
            <a:spLocks xmlns:a="http://schemas.openxmlformats.org/drawingml/2006/main" noGrp="1"/>
          </p:cNvSpPr>
          <p:nvPr/>
        </p:nvSpPr>
        <p:spPr>
          <a:xfrm xmlns:a="http://schemas.openxmlformats.org/drawingml/2006/main">
            <a:off x="2286000" y="2423160"/>
            <a:ext cx="932688" cy="859536"/>
          </a:xfrm>
          <a:prstGeom xmlns:a="http://schemas.openxmlformats.org/drawingml/2006/main" prst="roundRect">
            <a:avLst/>
          </a:prstGeom>
          <a:solidFill xmlns:a="http://schemas.openxmlformats.org/drawingml/2006/main">
            <a:srgbClr val="FFFFFF"/>
          </a:solidFill>
          <a:ln xmlns:a="http://schemas.openxmlformats.org/drawingml/2006/main">
            <a:solidFill>
              <a:srgbClr val="23695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rPr sz="1900" b="1">
                <a:solidFill>
                  <a:srgbClr val="1A2530"/>
                </a:solidFill>
              </a:rPr>
              <a:t>2019</a:t>
            </a:r>
          </a:p>
          <a:p xmlns:a="http://schemas.openxmlformats.org/drawingml/2006/main">
            <a:pPr algn="ctr">
              <a:buNone/>
            </a:pPr>
            <a:r>
              <a:rPr sz="900" b="1">
                <a:solidFill>
                  <a:srgbClr val="236952"/>
                </a:solidFill>
              </a:rPr>
              <a:t>INCLUIDO</a:t>
            </a:r>
          </a:p>
        </p:txBody>
      </p:sp>
      <p:sp>
        <p:nvSpPr>
          <p:cNvPr id="31" name="Rounded Rectangle 30">
            <a:extLst xmlns:a="http://schemas.openxmlformats.org/drawingml/2006/main">
              <a:ext uri="{FF2B5EF4-FFF2-40B4-BE49-F238E27FC236}">
                <a16:creationId xmlns:a16="http://schemas.microsoft.com/office/drawing/2014/main" id="{9A27E694-735B-4E18-ADA9-22C735E28DED}"/>
              </a:ext>
            </a:extLst>
          </p:cNvPr>
          <p:cNvSpPr>
            <a:spLocks xmlns:a="http://schemas.openxmlformats.org/drawingml/2006/main" noGrp="1"/>
          </p:cNvSpPr>
          <p:nvPr/>
        </p:nvSpPr>
        <p:spPr>
          <a:xfrm xmlns:a="http://schemas.openxmlformats.org/drawingml/2006/main">
            <a:off x="3355848" y="2423160"/>
            <a:ext cx="932688" cy="859536"/>
          </a:xfrm>
          <a:prstGeom xmlns:a="http://schemas.openxmlformats.org/drawingml/2006/main" prst="roundRect">
            <a:avLst/>
          </a:prstGeom>
          <a:solidFill xmlns:a="http://schemas.openxmlformats.org/drawingml/2006/main">
            <a:srgbClr val="FFFFFF"/>
          </a:solidFill>
          <a:ln xmlns:a="http://schemas.openxmlformats.org/drawingml/2006/main">
            <a:solidFill>
              <a:srgbClr val="B13D3D"/>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rPr sz="1900" b="1">
                <a:solidFill>
                  <a:srgbClr val="1A2530"/>
                </a:solidFill>
              </a:rPr>
              <a:t>2020</a:t>
            </a:r>
          </a:p>
          <a:p xmlns:a="http://schemas.openxmlformats.org/drawingml/2006/main">
            <a:pPr algn="ctr">
              <a:buNone/>
            </a:pPr>
            <a:r>
              <a:rPr sz="900" b="1">
                <a:solidFill>
                  <a:srgbClr val="B13D3D"/>
                </a:solidFill>
              </a:rPr>
              <a:t>EXCLUIDO</a:t>
            </a:r>
          </a:p>
        </p:txBody>
      </p:sp>
      <p:sp>
        <p:nvSpPr>
          <p:cNvPr id="32" name="Rounded Rectangle 31">
            <a:extLst xmlns:a="http://schemas.openxmlformats.org/drawingml/2006/main">
              <a:ext uri="{FF2B5EF4-FFF2-40B4-BE49-F238E27FC236}">
                <a16:creationId xmlns:a16="http://schemas.microsoft.com/office/drawing/2014/main" id="{54BF4888-F906-4EB1-9C3B-5AD213A82C62}"/>
              </a:ext>
            </a:extLst>
          </p:cNvPr>
          <p:cNvSpPr>
            <a:spLocks xmlns:a="http://schemas.openxmlformats.org/drawingml/2006/main" noGrp="1"/>
          </p:cNvSpPr>
          <p:nvPr/>
        </p:nvSpPr>
        <p:spPr>
          <a:xfrm xmlns:a="http://schemas.openxmlformats.org/drawingml/2006/main">
            <a:off x="4425696" y="2423160"/>
            <a:ext cx="932688" cy="859536"/>
          </a:xfrm>
          <a:prstGeom xmlns:a="http://schemas.openxmlformats.org/drawingml/2006/main" prst="roundRect">
            <a:avLst/>
          </a:prstGeom>
          <a:solidFill xmlns:a="http://schemas.openxmlformats.org/drawingml/2006/main">
            <a:srgbClr val="FFFFFF"/>
          </a:solidFill>
          <a:ln xmlns:a="http://schemas.openxmlformats.org/drawingml/2006/main">
            <a:solidFill>
              <a:srgbClr val="23695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rPr sz="1900" b="1">
                <a:solidFill>
                  <a:srgbClr val="1A2530"/>
                </a:solidFill>
              </a:rPr>
              <a:t>2021</a:t>
            </a:r>
          </a:p>
          <a:p xmlns:a="http://schemas.openxmlformats.org/drawingml/2006/main">
            <a:pPr algn="ctr">
              <a:buNone/>
            </a:pPr>
            <a:r>
              <a:rPr sz="900" b="1">
                <a:solidFill>
                  <a:srgbClr val="236952"/>
                </a:solidFill>
              </a:rPr>
              <a:t>INCLUIDO</a:t>
            </a:r>
          </a:p>
        </p:txBody>
      </p:sp>
      <p:sp>
        <p:nvSpPr>
          <p:cNvPr id="33" name="Rounded Rectangle 32">
            <a:extLst xmlns:a="http://schemas.openxmlformats.org/drawingml/2006/main">
              <a:ext uri="{FF2B5EF4-FFF2-40B4-BE49-F238E27FC236}">
                <a16:creationId xmlns:a16="http://schemas.microsoft.com/office/drawing/2014/main" id="{8A85610D-77C1-49B5-82C2-EBDB375971BD}"/>
              </a:ext>
            </a:extLst>
          </p:cNvPr>
          <p:cNvSpPr>
            <a:spLocks xmlns:a="http://schemas.openxmlformats.org/drawingml/2006/main" noGrp="1"/>
          </p:cNvSpPr>
          <p:nvPr/>
        </p:nvSpPr>
        <p:spPr>
          <a:xfrm xmlns:a="http://schemas.openxmlformats.org/drawingml/2006/main">
            <a:off x="5495544" y="2423160"/>
            <a:ext cx="932688" cy="859536"/>
          </a:xfrm>
          <a:prstGeom xmlns:a="http://schemas.openxmlformats.org/drawingml/2006/main" prst="roundRect">
            <a:avLst/>
          </a:prstGeom>
          <a:solidFill xmlns:a="http://schemas.openxmlformats.org/drawingml/2006/main">
            <a:srgbClr val="FFFFFF"/>
          </a:solidFill>
          <a:ln xmlns:a="http://schemas.openxmlformats.org/drawingml/2006/main">
            <a:solidFill>
              <a:srgbClr val="23695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rPr sz="1900" b="1">
                <a:solidFill>
                  <a:srgbClr val="1A2530"/>
                </a:solidFill>
              </a:rPr>
              <a:t>2022</a:t>
            </a:r>
          </a:p>
          <a:p xmlns:a="http://schemas.openxmlformats.org/drawingml/2006/main">
            <a:pPr algn="ctr">
              <a:buNone/>
            </a:pPr>
            <a:r>
              <a:rPr sz="900" b="1">
                <a:solidFill>
                  <a:srgbClr val="236952"/>
                </a:solidFill>
              </a:rPr>
              <a:t>ENE–JUL</a:t>
            </a:r>
          </a:p>
        </p:txBody>
      </p:sp>
      <p:sp>
        <p:nvSpPr>
          <p:cNvPr id="34" name="TextBox 33">
            <a:extLst xmlns:a="http://schemas.openxmlformats.org/drawingml/2006/main">
              <a:ext uri="{FF2B5EF4-FFF2-40B4-BE49-F238E27FC236}">
                <a16:creationId xmlns:a16="http://schemas.microsoft.com/office/drawing/2014/main" id="{D5B77EE1-C3B7-4C15-840A-A96550E42FA1}"/>
              </a:ext>
            </a:extLst>
          </p:cNvPr>
          <p:cNvSpPr>
            <a:spLocks xmlns:a="http://schemas.openxmlformats.org/drawingml/2006/main" noGrp="1"/>
          </p:cNvSpPr>
          <p:nvPr/>
        </p:nvSpPr>
        <p:spPr>
          <a:xfrm xmlns:a="http://schemas.openxmlformats.org/drawingml/2006/main">
            <a:off x="1179576" y="3410712"/>
            <a:ext cx="5001768" cy="32004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pPr algn="ctr">
              <a:buNone/>
            </a:pPr>
            <a:r>
              <a:rPr sz="1100">
                <a:solidFill>
                  <a:srgbClr val="3D4957"/>
                </a:solidFill>
              </a:rPr>
              <a:t>Periodo analítico: 2018, 2019, 2021 y enero–julio de 2022</a:t>
            </a:r>
          </a:p>
        </p:txBody>
      </p:sp>
    </p:spTree>
    <p:extLst>
      <p:ext uri="{BB962C8B-B14F-4D97-AF65-F5344CB8AC3E}">
        <p14:creationId xmlns:p14="http://schemas.microsoft.com/office/powerpoint/2010/main" val="643956331"/>
      </p:ext>
    </p:extLst>
  </p:cSld>
</p:sld>
</file>

<file path=ppt/slides/slide6.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4AB9ECE-29D6-4384-BD57-42634F98B658}"/>
              </a:ext>
            </a:extLst>
          </p:cNvPr>
          <p:cNvSpPr>
            <a:spLocks xmlns:a="http://schemas.openxmlformats.org/drawingml/2006/main" noGrp="1"/>
          </p:cNvSpPr>
          <p:nvPr/>
        </p:nvSpPr>
        <p:spPr>
          <a:xfrm xmlns:a="http://schemas.openxmlformats.org/drawingml/2006/main">
            <a:off x="812800" y="812800"/>
            <a:ext cx="10883392" cy="273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b="1" spc="100">
                <a:solidFill>
                  <a:srgbClr val="176B7B"/>
                </a:solidFill>
                <a:latin typeface="Arial"/>
                <a:ea typeface="Arial"/>
                <a:cs typeface="Arial"/>
              </a:rPr>
              <a:t>3 · LO QUE APRENDIMOS · HALLAZGO 3</a:t>
            </a:r>
            <a:endParaRPr sz="1400"/>
          </a:p>
        </p:txBody>
      </p:sp>
      <p:sp>
        <p:nvSpPr>
          <p:cNvPr id="3" name="Text 1">
            <a:extLst xmlns:a="http://schemas.openxmlformats.org/drawingml/2006/main">
              <a:ext uri="{FF2B5EF4-FFF2-40B4-BE49-F238E27FC236}">
                <a16:creationId xmlns:a16="http://schemas.microsoft.com/office/drawing/2014/main" id="{3D267144-6284-405B-A1CE-0A7DE3857EB2}"/>
              </a:ext>
            </a:extLst>
          </p:cNvPr>
          <p:cNvSpPr>
            <a:spLocks xmlns:a="http://schemas.openxmlformats.org/drawingml/2006/main" noGrp="1"/>
          </p:cNvSpPr>
          <p:nvPr>
            <p:ph type="title" idx="0"/>
          </p:nvPr>
        </p:nvSpPr>
        <p:spPr>
          <a:xfrm xmlns:a="http://schemas.openxmlformats.org/drawingml/2006/main">
            <a:off x="812800" y="1314450"/>
            <a:ext cx="10883392" cy="4127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080"/>
              </a:lnSpc>
              <a:buNone/>
            </a:pPr>
            <a:r>
              <a:rPr sz="2800" b="1" i="0">
                <a:solidFill>
                  <a:srgbClr val="16222F"/>
                </a:solidFill>
                <a:latin typeface="Arial"/>
                <a:ea typeface="Arial"/>
                <a:cs typeface="Arial"/>
              </a:rPr>
              <a:t>Lo que no se sabe antes de salir no entra al modelo</a:t>
            </a:r>
            <a:endParaRPr sz="2800"/>
          </a:p>
        </p:txBody>
      </p:sp>
      <p:sp>
        <p:nvSpPr>
          <p:cNvPr id="4" name="Shape 2">
            <a:extLst xmlns:a="http://schemas.openxmlformats.org/drawingml/2006/main">
              <a:ext uri="{FF2B5EF4-FFF2-40B4-BE49-F238E27FC236}">
                <a16:creationId xmlns:a16="http://schemas.microsoft.com/office/drawing/2014/main" id="{E07FF2CF-F3DD-44FE-BD50-CB431C53E5BC}"/>
              </a:ext>
            </a:extLst>
          </p:cNvPr>
          <p:cNvSpPr>
            <a:spLocks xmlns:a="http://schemas.openxmlformats.org/drawingml/2006/main" noGrp="1"/>
          </p:cNvSpPr>
          <p:nvPr/>
        </p:nvSpPr>
        <p:spPr>
          <a:xfrm xmlns:a="http://schemas.openxmlformats.org/drawingml/2006/main">
            <a:off x="812800" y="1955800"/>
            <a:ext cx="3302000" cy="2501900"/>
          </a:xfrm>
          <a:prstGeom xmlns:a="http://schemas.openxmlformats.org/drawingml/2006/main" prst="roundRect">
            <a:avLst>
              <a:gd name="adj" fmla="val 4061"/>
            </a:avLst>
          </a:prstGeom>
          <a:solidFill xmlns:a="http://schemas.openxmlformats.org/drawingml/2006/main">
            <a:srgbClr val="13243B"/>
          </a:solidFill>
        </p:spPr>
        <p:txBody>
          <a:bodyPr xmlns:a="http://schemas.openxmlformats.org/drawingml/2006/main"/>
          <a:lstStyle xmlns:a="http://schemas.openxmlformats.org/drawingml/2006/main"/>
          <a:p xmlns:a="http://schemas.openxmlformats.org/drawingml/2006/main">
            <a:endParaRPr/>
          </a:p>
        </p:txBody>
      </p:sp>
      <p:sp>
        <p:nvSpPr>
          <p:cNvPr id="5" name="Text 3">
            <a:extLst xmlns:a="http://schemas.openxmlformats.org/drawingml/2006/main">
              <a:ext uri="{FF2B5EF4-FFF2-40B4-BE49-F238E27FC236}">
                <a16:creationId xmlns:a16="http://schemas.microsoft.com/office/drawing/2014/main" id="{F13FAEFE-7BE8-4914-AB30-53B29CEFE4CC}"/>
              </a:ext>
            </a:extLst>
          </p:cNvPr>
          <p:cNvSpPr>
            <a:spLocks xmlns:a="http://schemas.openxmlformats.org/drawingml/2006/main" noGrp="1"/>
          </p:cNvSpPr>
          <p:nvPr/>
        </p:nvSpPr>
        <p:spPr>
          <a:xfrm xmlns:a="http://schemas.openxmlformats.org/drawingml/2006/main">
            <a:off x="1041400" y="2266950"/>
            <a:ext cx="2930144" cy="787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6000"/>
              </a:lnSpc>
              <a:buNone/>
            </a:pPr>
            <a:r>
              <a:rPr sz="6000" b="1">
                <a:solidFill>
                  <a:srgbClr val="E9A23B"/>
                </a:solidFill>
                <a:latin typeface="Arial"/>
                <a:ea typeface="Arial"/>
                <a:cs typeface="Arial"/>
              </a:rPr>
              <a:t>0,9669</a:t>
            </a:r>
            <a:endParaRPr sz="6000"/>
          </a:p>
        </p:txBody>
      </p:sp>
      <p:sp>
        <p:nvSpPr>
          <p:cNvPr id="6" name="Text 4">
            <a:extLst xmlns:a="http://schemas.openxmlformats.org/drawingml/2006/main">
              <a:ext uri="{FF2B5EF4-FFF2-40B4-BE49-F238E27FC236}">
                <a16:creationId xmlns:a16="http://schemas.microsoft.com/office/drawing/2014/main" id="{3DB658C7-15F0-4EB5-B5F3-D8F847942947}"/>
              </a:ext>
            </a:extLst>
          </p:cNvPr>
          <p:cNvSpPr>
            <a:spLocks xmlns:a="http://schemas.openxmlformats.org/drawingml/2006/main" noGrp="1"/>
          </p:cNvSpPr>
          <p:nvPr/>
        </p:nvSpPr>
        <p:spPr>
          <a:xfrm xmlns:a="http://schemas.openxmlformats.org/drawingml/2006/main">
            <a:off x="1041400" y="3130550"/>
            <a:ext cx="2930144" cy="520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50"/>
              </a:lnSpc>
              <a:buNone/>
            </a:pPr>
            <a:r>
              <a:rPr sz="1500">
                <a:solidFill>
                  <a:srgbClr val="F5F3EC"/>
                </a:solidFill>
                <a:latin typeface="Arial"/>
                <a:ea typeface="Arial"/>
                <a:cs typeface="Arial"/>
              </a:rPr>
              <a:t>correlación entre el retraso de salida y el de llegada (Pearson)</a:t>
            </a:r>
            <a:endParaRPr sz="1500"/>
          </a:p>
        </p:txBody>
      </p:sp>
      <p:sp>
        <p:nvSpPr>
          <p:cNvPr id="7" name="Text 5">
            <a:extLst xmlns:a="http://schemas.openxmlformats.org/drawingml/2006/main">
              <a:ext uri="{FF2B5EF4-FFF2-40B4-BE49-F238E27FC236}">
                <a16:creationId xmlns:a16="http://schemas.microsoft.com/office/drawing/2014/main" id="{FAFA8676-6E6B-4E8D-9203-E357D8F50DB6}"/>
              </a:ext>
            </a:extLst>
          </p:cNvPr>
          <p:cNvSpPr>
            <a:spLocks xmlns:a="http://schemas.openxmlformats.org/drawingml/2006/main" noGrp="1"/>
          </p:cNvSpPr>
          <p:nvPr/>
        </p:nvSpPr>
        <p:spPr>
          <a:xfrm xmlns:a="http://schemas.openxmlformats.org/drawingml/2006/main">
            <a:off x="1041400" y="3727450"/>
            <a:ext cx="2930144"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300">
                <a:solidFill>
                  <a:srgbClr val="B8C4D2"/>
                </a:solidFill>
                <a:latin typeface="Arial"/>
                <a:ea typeface="Arial"/>
                <a:cs typeface="Arial"/>
              </a:rPr>
              <a:t>0,6584 en Spearman; misma muestra completa de 100.000 vuelos</a:t>
            </a:r>
            <a:endParaRPr sz="1300"/>
          </a:p>
        </p:txBody>
      </p:sp>
      <p:sp>
        <p:nvSpPr>
          <p:cNvPr id="8" name="Shape 6">
            <a:extLst xmlns:a="http://schemas.openxmlformats.org/drawingml/2006/main">
              <a:ext uri="{FF2B5EF4-FFF2-40B4-BE49-F238E27FC236}">
                <a16:creationId xmlns:a16="http://schemas.microsoft.com/office/drawing/2014/main" id="{72B15B49-B4A6-4421-9F8E-96386852DC3C}"/>
              </a:ext>
            </a:extLst>
          </p:cNvPr>
          <p:cNvSpPr>
            <a:spLocks xmlns:a="http://schemas.openxmlformats.org/drawingml/2006/main" noGrp="1"/>
          </p:cNvSpPr>
          <p:nvPr/>
        </p:nvSpPr>
        <p:spPr>
          <a:xfrm xmlns:a="http://schemas.openxmlformats.org/drawingml/2006/main">
            <a:off x="4321175" y="1958975"/>
            <a:ext cx="3422650" cy="2495550"/>
          </a:xfrm>
          <a:prstGeom xmlns:a="http://schemas.openxmlformats.org/drawingml/2006/main" prst="roundRect">
            <a:avLst>
              <a:gd name="adj" fmla="val 3944"/>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Text 7">
            <a:extLst xmlns:a="http://schemas.openxmlformats.org/drawingml/2006/main">
              <a:ext uri="{FF2B5EF4-FFF2-40B4-BE49-F238E27FC236}">
                <a16:creationId xmlns:a16="http://schemas.microsoft.com/office/drawing/2014/main" id="{5FAE4228-C033-4624-BD04-2AF17733B2B6}"/>
              </a:ext>
            </a:extLst>
          </p:cNvPr>
          <p:cNvSpPr>
            <a:spLocks xmlns:a="http://schemas.openxmlformats.org/drawingml/2006/main" noGrp="1"/>
          </p:cNvSpPr>
          <p:nvPr/>
        </p:nvSpPr>
        <p:spPr>
          <a:xfrm xmlns:a="http://schemas.openxmlformats.org/drawingml/2006/main">
            <a:off x="4502150" y="2139950"/>
            <a:ext cx="3152521" cy="533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40"/>
              </a:lnSpc>
              <a:buNone/>
            </a:pPr>
            <a:r>
              <a:rPr sz="1700" b="1">
                <a:solidFill>
                  <a:srgbClr val="176B7B"/>
                </a:solidFill>
                <a:latin typeface="Arial"/>
                <a:ea typeface="Arial"/>
                <a:cs typeface="Arial"/>
              </a:rPr>
              <a:t>Entra: se conoce antes de salir</a:t>
            </a:r>
            <a:endParaRPr sz="1700"/>
          </a:p>
        </p:txBody>
      </p:sp>
      <p:sp>
        <p:nvSpPr>
          <p:cNvPr id="10" name="Text 8">
            <a:extLst xmlns:a="http://schemas.openxmlformats.org/drawingml/2006/main">
              <a:ext uri="{FF2B5EF4-FFF2-40B4-BE49-F238E27FC236}">
                <a16:creationId xmlns:a16="http://schemas.microsoft.com/office/drawing/2014/main" id="{047A1DF3-3AC0-4EB3-B7BF-E3F447F3DADD}"/>
              </a:ext>
            </a:extLst>
          </p:cNvPr>
          <p:cNvSpPr>
            <a:spLocks xmlns:a="http://schemas.openxmlformats.org/drawingml/2006/main" noGrp="1"/>
          </p:cNvSpPr>
          <p:nvPr/>
        </p:nvSpPr>
        <p:spPr>
          <a:xfrm xmlns:a="http://schemas.openxmlformats.org/drawingml/2006/main">
            <a:off x="4599432" y="2749550"/>
            <a:ext cx="3047619" cy="1549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156718" indent="-156718" algn="l">
              <a:lnSpc>
                <a:spcPts val="2030"/>
              </a:lnSpc>
              <a:buSzPct val="100000"/>
              <a:buChar char="•"/>
            </a:pPr>
            <a:r>
              <a:rPr sz="1400">
                <a:solidFill>
                  <a:srgbClr val="16222F"/>
                </a:solidFill>
                <a:latin typeface="Arial"/>
                <a:ea typeface="Arial"/>
                <a:cs typeface="Arial"/>
              </a:rPr>
              <a:t>Aerolínea operadora</a:t>
            </a:r>
            <a:endParaRPr sz="1400"/>
          </a:p>
          <a:p xmlns:a="http://schemas.openxmlformats.org/drawingml/2006/main">
            <a:pPr marL="156718" indent="-156718" algn="l">
              <a:lnSpc>
                <a:spcPts val="2030"/>
              </a:lnSpc>
              <a:buSzPct val="100000"/>
              <a:buChar char="•"/>
            </a:pPr>
            <a:r>
              <a:rPr sz="1400">
                <a:solidFill>
                  <a:srgbClr val="16222F"/>
                </a:solidFill>
                <a:latin typeface="Arial"/>
                <a:ea typeface="Arial"/>
                <a:cs typeface="Arial"/>
              </a:rPr>
              <a:t>Aeropuerto de origen y de destino</a:t>
            </a:r>
            <a:endParaRPr sz="1400"/>
          </a:p>
          <a:p xmlns:a="http://schemas.openxmlformats.org/drawingml/2006/main">
            <a:pPr marL="156718" indent="-156718" algn="l">
              <a:lnSpc>
                <a:spcPts val="2030"/>
              </a:lnSpc>
              <a:buSzPct val="100000"/>
              <a:buChar char="•"/>
            </a:pPr>
            <a:r>
              <a:rPr sz="1400">
                <a:solidFill>
                  <a:srgbClr val="16222F"/>
                </a:solidFill>
                <a:latin typeface="Arial"/>
                <a:ea typeface="Arial"/>
                <a:cs typeface="Arial"/>
              </a:rPr>
              <a:t>Día de la semana</a:t>
            </a:r>
            <a:endParaRPr sz="1400"/>
          </a:p>
          <a:p xmlns:a="http://schemas.openxmlformats.org/drawingml/2006/main">
            <a:pPr marL="156718" indent="-156718" algn="l">
              <a:lnSpc>
                <a:spcPts val="2030"/>
              </a:lnSpc>
              <a:buSzPct val="100000"/>
              <a:buChar char="•"/>
            </a:pPr>
            <a:r>
              <a:rPr sz="1400">
                <a:solidFill>
                  <a:srgbClr val="16222F"/>
                </a:solidFill>
                <a:latin typeface="Arial"/>
                <a:ea typeface="Arial"/>
                <a:cs typeface="Arial"/>
              </a:rPr>
              <a:t>Hora programada de salida</a:t>
            </a:r>
            <a:endParaRPr sz="1400"/>
          </a:p>
          <a:p xmlns:a="http://schemas.openxmlformats.org/drawingml/2006/main">
            <a:pPr marL="156718" indent="-156718" algn="l">
              <a:lnSpc>
                <a:spcPts val="2030"/>
              </a:lnSpc>
              <a:buSzPct val="100000"/>
              <a:buChar char="•"/>
            </a:pPr>
            <a:r>
              <a:rPr sz="1400">
                <a:solidFill>
                  <a:srgbClr val="16222F"/>
                </a:solidFill>
                <a:latin typeface="Arial"/>
                <a:ea typeface="Arial"/>
                <a:cs typeface="Arial"/>
              </a:rPr>
              <a:t>Distancia</a:t>
            </a:r>
            <a:endParaRPr sz="1400"/>
          </a:p>
          <a:p xmlns:a="http://schemas.openxmlformats.org/drawingml/2006/main">
            <a:pPr marL="156718" indent="-156718" algn="l">
              <a:lnSpc>
                <a:spcPts val="2030"/>
              </a:lnSpc>
              <a:buSzPct val="100000"/>
              <a:buChar char="•"/>
            </a:pPr>
            <a:r>
              <a:rPr sz="1400">
                <a:solidFill>
                  <a:srgbClr val="16222F"/>
                </a:solidFill>
                <a:latin typeface="Arial"/>
                <a:ea typeface="Arial"/>
                <a:cs typeface="Arial"/>
              </a:rPr>
              <a:t>Duración programada</a:t>
            </a:r>
            <a:endParaRPr sz="1400"/>
          </a:p>
        </p:txBody>
      </p:sp>
      <p:sp>
        <p:nvSpPr>
          <p:cNvPr id="11" name="Shape 9">
            <a:extLst xmlns:a="http://schemas.openxmlformats.org/drawingml/2006/main">
              <a:ext uri="{FF2B5EF4-FFF2-40B4-BE49-F238E27FC236}">
                <a16:creationId xmlns:a16="http://schemas.microsoft.com/office/drawing/2014/main" id="{893F140D-1CC0-4F04-8193-9EBCA1599F8D}"/>
              </a:ext>
            </a:extLst>
          </p:cNvPr>
          <p:cNvSpPr>
            <a:spLocks xmlns:a="http://schemas.openxmlformats.org/drawingml/2006/main" noGrp="1"/>
          </p:cNvSpPr>
          <p:nvPr/>
        </p:nvSpPr>
        <p:spPr>
          <a:xfrm xmlns:a="http://schemas.openxmlformats.org/drawingml/2006/main">
            <a:off x="7953375" y="1958975"/>
            <a:ext cx="3422650" cy="2495550"/>
          </a:xfrm>
          <a:prstGeom xmlns:a="http://schemas.openxmlformats.org/drawingml/2006/main" prst="roundRect">
            <a:avLst>
              <a:gd name="adj" fmla="val 3944"/>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Text 10">
            <a:extLst xmlns:a="http://schemas.openxmlformats.org/drawingml/2006/main">
              <a:ext uri="{FF2B5EF4-FFF2-40B4-BE49-F238E27FC236}">
                <a16:creationId xmlns:a16="http://schemas.microsoft.com/office/drawing/2014/main" id="{0021AE2A-D1D8-4CF8-9055-79ED7917D262}"/>
              </a:ext>
            </a:extLst>
          </p:cNvPr>
          <p:cNvSpPr>
            <a:spLocks xmlns:a="http://schemas.openxmlformats.org/drawingml/2006/main" noGrp="1"/>
          </p:cNvSpPr>
          <p:nvPr/>
        </p:nvSpPr>
        <p:spPr>
          <a:xfrm xmlns:a="http://schemas.openxmlformats.org/drawingml/2006/main">
            <a:off x="8134350" y="2139950"/>
            <a:ext cx="3152521" cy="279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40"/>
              </a:lnSpc>
              <a:buNone/>
            </a:pPr>
            <a:r>
              <a:rPr sz="1700" b="1">
                <a:solidFill>
                  <a:srgbClr val="8A5A0A"/>
                </a:solidFill>
                <a:latin typeface="Arial"/>
                <a:ea typeface="Arial"/>
                <a:cs typeface="Arial"/>
              </a:rPr>
              <a:t>No entra: fuga de datos</a:t>
            </a:r>
            <a:endParaRPr sz="1700"/>
          </a:p>
        </p:txBody>
      </p:sp>
      <p:sp>
        <p:nvSpPr>
          <p:cNvPr id="13" name="Text 11">
            <a:extLst xmlns:a="http://schemas.openxmlformats.org/drawingml/2006/main">
              <a:ext uri="{FF2B5EF4-FFF2-40B4-BE49-F238E27FC236}">
                <a16:creationId xmlns:a16="http://schemas.microsoft.com/office/drawing/2014/main" id="{500BEE7D-2AC0-4F89-AF47-3767C1C6788F}"/>
              </a:ext>
            </a:extLst>
          </p:cNvPr>
          <p:cNvSpPr>
            <a:spLocks xmlns:a="http://schemas.openxmlformats.org/drawingml/2006/main" noGrp="1"/>
          </p:cNvSpPr>
          <p:nvPr/>
        </p:nvSpPr>
        <p:spPr>
          <a:xfrm xmlns:a="http://schemas.openxmlformats.org/drawingml/2006/main">
            <a:off x="8231632" y="2495550"/>
            <a:ext cx="3047619" cy="1041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156718" indent="-156718" algn="l">
              <a:lnSpc>
                <a:spcPts val="2030"/>
              </a:lnSpc>
              <a:buSzPct val="100000"/>
              <a:buChar char="•"/>
            </a:pPr>
            <a:r>
              <a:rPr sz="1400">
                <a:solidFill>
                  <a:srgbClr val="16222F"/>
                </a:solidFill>
                <a:latin typeface="Arial"/>
                <a:ea typeface="Arial"/>
                <a:cs typeface="Arial"/>
              </a:rPr>
              <a:t>Retraso de salida</a:t>
            </a:r>
            <a:endParaRPr sz="1400"/>
          </a:p>
          <a:p xmlns:a="http://schemas.openxmlformats.org/drawingml/2006/main">
            <a:pPr marL="156718" indent="-156718" algn="l">
              <a:lnSpc>
                <a:spcPts val="2030"/>
              </a:lnSpc>
              <a:buSzPct val="100000"/>
              <a:buChar char="•"/>
            </a:pPr>
            <a:r>
              <a:rPr sz="1400">
                <a:solidFill>
                  <a:srgbClr val="16222F"/>
                </a:solidFill>
                <a:latin typeface="Arial"/>
                <a:ea typeface="Arial"/>
                <a:cs typeface="Arial"/>
              </a:rPr>
              <a:t>Tiempo de rodaje (salida y llegada)</a:t>
            </a:r>
            <a:endParaRPr sz="1400"/>
          </a:p>
          <a:p xmlns:a="http://schemas.openxmlformats.org/drawingml/2006/main">
            <a:pPr marL="156718" indent="-156718" algn="l">
              <a:lnSpc>
                <a:spcPts val="2030"/>
              </a:lnSpc>
              <a:buSzPct val="100000"/>
              <a:buChar char="•"/>
            </a:pPr>
            <a:r>
              <a:rPr sz="1400">
                <a:solidFill>
                  <a:srgbClr val="16222F"/>
                </a:solidFill>
                <a:latin typeface="Arial"/>
                <a:ea typeface="Arial"/>
                <a:cs typeface="Arial"/>
              </a:rPr>
              <a:t>Horas reales de salida y llegada</a:t>
            </a:r>
            <a:endParaRPr sz="1400"/>
          </a:p>
          <a:p xmlns:a="http://schemas.openxmlformats.org/drawingml/2006/main">
            <a:pPr marL="156718" indent="-156718" algn="l">
              <a:lnSpc>
                <a:spcPts val="2030"/>
              </a:lnSpc>
              <a:buSzPct val="100000"/>
              <a:buChar char="•"/>
            </a:pPr>
            <a:r>
              <a:rPr sz="1400">
                <a:solidFill>
                  <a:srgbClr val="16222F"/>
                </a:solidFill>
                <a:latin typeface="Arial"/>
                <a:ea typeface="Arial"/>
                <a:cs typeface="Arial"/>
              </a:rPr>
              <a:t>Duración real del vuelo</a:t>
            </a:r>
            <a:endParaRPr sz="1400"/>
          </a:p>
        </p:txBody>
      </p:sp>
      <p:sp>
        <p:nvSpPr>
          <p:cNvPr id="14" name="Shape 12">
            <a:extLst xmlns:a="http://schemas.openxmlformats.org/drawingml/2006/main">
              <a:ext uri="{FF2B5EF4-FFF2-40B4-BE49-F238E27FC236}">
                <a16:creationId xmlns:a16="http://schemas.microsoft.com/office/drawing/2014/main" id="{361B18BC-46BB-4E3B-ABDF-8E9D25B2C1D4}"/>
              </a:ext>
            </a:extLst>
          </p:cNvPr>
          <p:cNvSpPr>
            <a:spLocks xmlns:a="http://schemas.openxmlformats.org/drawingml/2006/main" noGrp="1"/>
          </p:cNvSpPr>
          <p:nvPr/>
        </p:nvSpPr>
        <p:spPr>
          <a:xfrm xmlns:a="http://schemas.openxmlformats.org/drawingml/2006/main">
            <a:off x="812800" y="4711700"/>
            <a:ext cx="10566400" cy="552450"/>
          </a:xfrm>
          <a:prstGeom xmlns:a="http://schemas.openxmlformats.org/drawingml/2006/main" prst="roundRect">
            <a:avLst>
              <a:gd name="adj" fmla="val 18391"/>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15" name="Text 13">
            <a:extLst xmlns:a="http://schemas.openxmlformats.org/drawingml/2006/main">
              <a:ext uri="{FF2B5EF4-FFF2-40B4-BE49-F238E27FC236}">
                <a16:creationId xmlns:a16="http://schemas.microsoft.com/office/drawing/2014/main" id="{B2B0A952-2C67-4B31-A1C9-5EE27651B68B}"/>
              </a:ext>
            </a:extLst>
          </p:cNvPr>
          <p:cNvSpPr>
            <a:spLocks xmlns:a="http://schemas.openxmlformats.org/drawingml/2006/main" noGrp="1"/>
          </p:cNvSpPr>
          <p:nvPr/>
        </p:nvSpPr>
        <p:spPr>
          <a:xfrm xmlns:a="http://schemas.openxmlformats.org/drawingml/2006/main">
            <a:off x="1016000" y="4838700"/>
            <a:ext cx="10464800"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380"/>
              </a:lnSpc>
              <a:buNone/>
            </a:pPr>
            <a:r>
              <a:rPr sz="1700" b="1">
                <a:solidFill>
                  <a:srgbClr val="13243B"/>
                </a:solidFill>
                <a:latin typeface="Arial"/>
                <a:ea typeface="Arial"/>
                <a:cs typeface="Arial"/>
              </a:rPr>
              <a:t>Preferimos un modelo modesto y honesto a uno espectacular e inútil.</a:t>
            </a:r>
            <a:endParaRPr sz="1700"/>
          </a:p>
        </p:txBody>
      </p:sp>
      <p:sp>
        <p:nvSpPr>
          <p:cNvPr id="16" name="Text 14">
            <a:extLst xmlns:a="http://schemas.openxmlformats.org/drawingml/2006/main">
              <a:ext uri="{FF2B5EF4-FFF2-40B4-BE49-F238E27FC236}">
                <a16:creationId xmlns:a16="http://schemas.microsoft.com/office/drawing/2014/main" id="{C988799C-60D7-48E2-BB31-9885ECF98FE9}"/>
              </a:ext>
            </a:extLst>
          </p:cNvPr>
          <p:cNvSpPr>
            <a:spLocks xmlns:a="http://schemas.openxmlformats.org/drawingml/2006/main" noGrp="1"/>
          </p:cNvSpPr>
          <p:nvPr/>
        </p:nvSpPr>
        <p:spPr>
          <a:xfrm xmlns:a="http://schemas.openxmlformats.org/drawingml/2006/main">
            <a:off x="812800" y="6242050"/>
            <a:ext cx="850265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55606B"/>
                </a:solidFill>
                <a:latin typeface="Arial"/>
                <a:ea typeface="Arial"/>
                <a:cs typeface="Arial"/>
              </a:rPr>
              <a:t>Fuente: EDA recalculado; Pearson en valores originales y Spearman en rangos. Asociación, no causalidad.</a:t>
            </a:r>
            <a:endParaRPr sz="1200"/>
          </a:p>
        </p:txBody>
      </p:sp>
      <p:sp>
        <p:nvSpPr>
          <p:cNvPr id="17" name="Text 15">
            <a:extLst xmlns:a="http://schemas.openxmlformats.org/drawingml/2006/main">
              <a:ext uri="{FF2B5EF4-FFF2-40B4-BE49-F238E27FC236}">
                <a16:creationId xmlns:a16="http://schemas.microsoft.com/office/drawing/2014/main" id="{892E1F45-3187-4379-A9C4-0819ED5A7DE6}"/>
              </a:ext>
            </a:extLst>
          </p:cNvPr>
          <p:cNvSpPr>
            <a:spLocks xmlns:a="http://schemas.openxmlformats.org/drawingml/2006/main" noGrp="1"/>
          </p:cNvSpPr>
          <p:nvPr/>
        </p:nvSpPr>
        <p:spPr>
          <a:xfrm xmlns:a="http://schemas.openxmlformats.org/drawingml/2006/main">
            <a:off x="10058400" y="6242050"/>
            <a:ext cx="1320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55606B"/>
                </a:solidFill>
                <a:latin typeface="Arial"/>
                <a:ea typeface="Arial"/>
                <a:cs typeface="Arial"/>
              </a:rPr>
              <a:t>6</a:t>
            </a:r>
            <a:endParaRPr sz="1200"/>
          </a:p>
        </p:txBody>
      </p:sp>
    </p:spTree>
    <p:extLst>
      <p:ext uri="{BB962C8B-B14F-4D97-AF65-F5344CB8AC3E}">
        <p14:creationId xmlns:p14="http://schemas.microsoft.com/office/powerpoint/2010/main" val="101099943"/>
      </p:ext>
    </p:extLst>
  </p:cSld>
</p:sld>
</file>

<file path=ppt/slides/slide7.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8A41244-60DC-42D7-9073-220A7FA68AC5}"/>
              </a:ext>
            </a:extLst>
          </p:cNvPr>
          <p:cNvSpPr>
            <a:spLocks xmlns:a="http://schemas.openxmlformats.org/drawingml/2006/main" noGrp="1"/>
          </p:cNvSpPr>
          <p:nvPr/>
        </p:nvSpPr>
        <p:spPr>
          <a:xfrm xmlns:a="http://schemas.openxmlformats.org/drawingml/2006/main">
            <a:off x="812800" y="812800"/>
            <a:ext cx="10883392" cy="273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b="1" spc="100">
                <a:solidFill>
                  <a:srgbClr val="176B7B"/>
                </a:solidFill>
                <a:latin typeface="Arial"/>
                <a:ea typeface="Arial"/>
                <a:cs typeface="Arial"/>
              </a:rPr>
              <a:t>4 · LA SOLUCIÓN</a:t>
            </a:r>
            <a:endParaRPr sz="1400"/>
          </a:p>
        </p:txBody>
      </p:sp>
      <p:sp>
        <p:nvSpPr>
          <p:cNvPr id="3" name="Text 1">
            <a:extLst xmlns:a="http://schemas.openxmlformats.org/drawingml/2006/main">
              <a:ext uri="{FF2B5EF4-FFF2-40B4-BE49-F238E27FC236}">
                <a16:creationId xmlns:a16="http://schemas.microsoft.com/office/drawing/2014/main" id="{D3DC7275-54B4-4728-AD36-D6696AF43B36}"/>
              </a:ext>
            </a:extLst>
          </p:cNvPr>
          <p:cNvSpPr>
            <a:spLocks xmlns:a="http://schemas.openxmlformats.org/drawingml/2006/main" noGrp="1"/>
          </p:cNvSpPr>
          <p:nvPr>
            <p:ph type="title" idx="0"/>
          </p:nvPr>
        </p:nvSpPr>
        <p:spPr>
          <a:xfrm xmlns:a="http://schemas.openxmlformats.org/drawingml/2006/main">
            <a:off x="812800" y="1263650"/>
            <a:ext cx="10883392"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300"/>
              </a:lnSpc>
              <a:buNone/>
            </a:pPr>
            <a:r>
              <a:rPr sz="3000" b="1" i="0">
                <a:solidFill>
                  <a:srgbClr val="16222F"/>
                </a:solidFill>
                <a:latin typeface="Arial"/>
                <a:ea typeface="Arial"/>
                <a:cs typeface="Arial"/>
              </a:rPr>
              <a:t>Cómo construimos la solución</a:t>
            </a:r>
            <a:endParaRPr sz="3000"/>
          </a:p>
        </p:txBody>
      </p:sp>
      <p:sp>
        <p:nvSpPr>
          <p:cNvPr id="4" name="Text 2">
            <a:extLst xmlns:a="http://schemas.openxmlformats.org/drawingml/2006/main">
              <a:ext uri="{FF2B5EF4-FFF2-40B4-BE49-F238E27FC236}">
                <a16:creationId xmlns:a16="http://schemas.microsoft.com/office/drawing/2014/main" id="{238F1A30-B313-4A7E-8F3A-3748C8E92785}"/>
              </a:ext>
            </a:extLst>
          </p:cNvPr>
          <p:cNvSpPr>
            <a:spLocks xmlns:a="http://schemas.openxmlformats.org/drawingml/2006/main" noGrp="1"/>
          </p:cNvSpPr>
          <p:nvPr/>
        </p:nvSpPr>
        <p:spPr>
          <a:xfrm xmlns:a="http://schemas.openxmlformats.org/drawingml/2006/main">
            <a:off x="812800" y="1885950"/>
            <a:ext cx="10883392" cy="2921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100"/>
              </a:lnSpc>
              <a:buNone/>
            </a:pPr>
            <a:r>
              <a:rPr sz="1500" b="1">
                <a:solidFill>
                  <a:srgbClr val="55606B"/>
                </a:solidFill>
                <a:latin typeface="Arial"/>
                <a:ea typeface="Arial"/>
                <a:cs typeface="Arial"/>
              </a:rPr>
              <a:t>Una base limpia: ningún resultado desconocido se convierte en cero</a:t>
            </a:r>
            <a:endParaRPr sz="1500"/>
          </a:p>
        </p:txBody>
      </p:sp>
      <p:sp>
        <p:nvSpPr>
          <p:cNvPr id="5" name="Shape 3">
            <a:extLst xmlns:a="http://schemas.openxmlformats.org/drawingml/2006/main">
              <a:ext uri="{FF2B5EF4-FFF2-40B4-BE49-F238E27FC236}">
                <a16:creationId xmlns:a16="http://schemas.microsoft.com/office/drawing/2014/main" id="{90B0C433-4AA8-4A8E-B6FB-4F6FABDFEF9B}"/>
              </a:ext>
            </a:extLst>
          </p:cNvPr>
          <p:cNvSpPr>
            <a:spLocks xmlns:a="http://schemas.openxmlformats.org/drawingml/2006/main" noGrp="1"/>
          </p:cNvSpPr>
          <p:nvPr/>
        </p:nvSpPr>
        <p:spPr>
          <a:xfrm xmlns:a="http://schemas.openxmlformats.org/drawingml/2006/main">
            <a:off x="815975" y="2359025"/>
            <a:ext cx="2157115" cy="1022350"/>
          </a:xfrm>
          <a:prstGeom xmlns:a="http://schemas.openxmlformats.org/drawingml/2006/main" prst="roundRect">
            <a:avLst>
              <a:gd name="adj" fmla="val 9627"/>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Text 4">
            <a:extLst xmlns:a="http://schemas.openxmlformats.org/drawingml/2006/main">
              <a:ext uri="{FF2B5EF4-FFF2-40B4-BE49-F238E27FC236}">
                <a16:creationId xmlns:a16="http://schemas.microsoft.com/office/drawing/2014/main" id="{2957CF21-9D3D-4031-9FC8-D790FBDE4BA2}"/>
              </a:ext>
            </a:extLst>
          </p:cNvPr>
          <p:cNvSpPr>
            <a:spLocks xmlns:a="http://schemas.openxmlformats.org/drawingml/2006/main" noGrp="1"/>
          </p:cNvSpPr>
          <p:nvPr/>
        </p:nvSpPr>
        <p:spPr>
          <a:xfrm xmlns:a="http://schemas.openxmlformats.org/drawingml/2006/main">
            <a:off x="971550" y="2501900"/>
            <a:ext cx="1901344" cy="3302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420"/>
              </a:lnSpc>
              <a:buNone/>
            </a:pPr>
            <a:r>
              <a:rPr sz="2200" b="1">
                <a:solidFill>
                  <a:srgbClr val="176B7B"/>
                </a:solidFill>
                <a:latin typeface="Arial"/>
                <a:ea typeface="Arial"/>
                <a:cs typeface="Arial"/>
              </a:rPr>
              <a:t>24.171.385</a:t>
            </a:r>
            <a:endParaRPr sz="2200"/>
          </a:p>
        </p:txBody>
      </p:sp>
      <p:sp>
        <p:nvSpPr>
          <p:cNvPr id="7" name="Text 5">
            <a:extLst xmlns:a="http://schemas.openxmlformats.org/drawingml/2006/main">
              <a:ext uri="{FF2B5EF4-FFF2-40B4-BE49-F238E27FC236}">
                <a16:creationId xmlns:a16="http://schemas.microsoft.com/office/drawing/2014/main" id="{1B37CC6B-F137-48CD-A85A-1FA42ADCD169}"/>
              </a:ext>
            </a:extLst>
          </p:cNvPr>
          <p:cNvSpPr>
            <a:spLocks xmlns:a="http://schemas.openxmlformats.org/drawingml/2006/main" noGrp="1"/>
          </p:cNvSpPr>
          <p:nvPr/>
        </p:nvSpPr>
        <p:spPr>
          <a:xfrm xmlns:a="http://schemas.openxmlformats.org/drawingml/2006/main">
            <a:off x="971550" y="2844800"/>
            <a:ext cx="1901344"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000">
                <a:solidFill>
                  <a:srgbClr val="55606B"/>
                </a:solidFill>
                <a:latin typeface="Arial"/>
                <a:ea typeface="Arial"/>
                <a:cs typeface="Arial"/>
              </a:rPr>
              <a:t>filas del Parquet con 61 columnas</a:t>
            </a:r>
            <a:endParaRPr sz="1300"/>
          </a:p>
        </p:txBody>
      </p:sp>
      <p:pic>
        <p:nvPicPr>
          <p:cNvPr id="8" name="Image 0">
            <a:extLst xmlns:a="http://schemas.openxmlformats.org/drawingml/2006/main">
              <a:ext uri="{FF2B5EF4-FFF2-40B4-BE49-F238E27FC236}">
                <a16:creationId xmlns:a16="http://schemas.microsoft.com/office/drawing/2014/main" id="{FCDF6B82-100C-47D7-A2AE-2E7B7A92228C}"/>
              </a:ext>
            </a:extLst>
          </p:cNvPr>
          <p:cNvPicPr>
            <a:picLocks xmlns:a="http://schemas.openxmlformats.org/drawingml/2006/main" noChangeAspect="1"/>
          </p:cNvPicPr>
          <p:nvPr/>
        </p:nvPicPr>
        <p:blipFill>
          <a:blip xmlns:r="http://schemas.openxmlformats.org/officeDocument/2006/relationships" xmlns:a="http://schemas.openxmlformats.org/drawingml/2006/main" r:embed="Rf5d21d873ebc4832"/>
          <a:srcRect xmlns:a="http://schemas.openxmlformats.org/drawingml/2006/main" l="0" t="0" r="0" b="0"/>
          <a:stretch xmlns:a="http://schemas.openxmlformats.org/drawingml/2006/main"/>
        </p:blipFill>
        <p:spPr>
          <a:xfrm xmlns:a="http://schemas.openxmlformats.org/drawingml/2006/main">
            <a:off x="3077865" y="2768600"/>
            <a:ext cx="254000" cy="203200"/>
          </a:xfrm>
          <a:prstGeom xmlns:a="http://schemas.openxmlformats.org/drawingml/2006/main" prst="rect">
            <a:avLst/>
          </a:prstGeom>
        </p:spPr>
      </p:pic>
      <p:sp>
        <p:nvSpPr>
          <p:cNvPr id="9" name="Shape 6">
            <a:extLst xmlns:a="http://schemas.openxmlformats.org/drawingml/2006/main">
              <a:ext uri="{FF2B5EF4-FFF2-40B4-BE49-F238E27FC236}">
                <a16:creationId xmlns:a16="http://schemas.microsoft.com/office/drawing/2014/main" id="{2299A31F-4505-462A-B56E-06CAB1148DC7}"/>
              </a:ext>
            </a:extLst>
          </p:cNvPr>
          <p:cNvSpPr>
            <a:spLocks xmlns:a="http://schemas.openxmlformats.org/drawingml/2006/main" noGrp="1"/>
          </p:cNvSpPr>
          <p:nvPr/>
        </p:nvSpPr>
        <p:spPr>
          <a:xfrm xmlns:a="http://schemas.openxmlformats.org/drawingml/2006/main">
            <a:off x="3436640" y="2359025"/>
            <a:ext cx="2526308" cy="1022350"/>
          </a:xfrm>
          <a:prstGeom xmlns:a="http://schemas.openxmlformats.org/drawingml/2006/main" prst="roundRect">
            <a:avLst>
              <a:gd name="adj" fmla="val 9627"/>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Text 7">
            <a:extLst xmlns:a="http://schemas.openxmlformats.org/drawingml/2006/main">
              <a:ext uri="{FF2B5EF4-FFF2-40B4-BE49-F238E27FC236}">
                <a16:creationId xmlns:a16="http://schemas.microsoft.com/office/drawing/2014/main" id="{770C7A13-AFE9-4C41-B371-F5B51F69C41C}"/>
              </a:ext>
            </a:extLst>
          </p:cNvPr>
          <p:cNvSpPr>
            <a:spLocks xmlns:a="http://schemas.openxmlformats.org/drawingml/2006/main" noGrp="1"/>
          </p:cNvSpPr>
          <p:nvPr/>
        </p:nvSpPr>
        <p:spPr>
          <a:xfrm xmlns:a="http://schemas.openxmlformats.org/drawingml/2006/main">
            <a:off x="3592215" y="2501900"/>
            <a:ext cx="2281613" cy="3302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420"/>
              </a:lnSpc>
              <a:buNone/>
            </a:pPr>
            <a:r>
              <a:rPr sz="2200" b="1">
                <a:solidFill>
                  <a:srgbClr val="8A5A0A"/>
                </a:solidFill>
                <a:latin typeface="Arial"/>
                <a:ea typeface="Arial"/>
                <a:cs typeface="Arial"/>
              </a:rPr>
              <a:t>2020 excluido</a:t>
            </a:r>
            <a:endParaRPr sz="2200"/>
          </a:p>
        </p:txBody>
      </p:sp>
      <p:sp>
        <p:nvSpPr>
          <p:cNvPr id="11" name="Text 8">
            <a:extLst xmlns:a="http://schemas.openxmlformats.org/drawingml/2006/main">
              <a:ext uri="{FF2B5EF4-FFF2-40B4-BE49-F238E27FC236}">
                <a16:creationId xmlns:a16="http://schemas.microsoft.com/office/drawing/2014/main" id="{223DC816-915C-4CFA-91F5-951DBC7AC5C4}"/>
              </a:ext>
            </a:extLst>
          </p:cNvPr>
          <p:cNvSpPr>
            <a:spLocks xmlns:a="http://schemas.openxmlformats.org/drawingml/2006/main" noGrp="1"/>
          </p:cNvSpPr>
          <p:nvPr/>
        </p:nvSpPr>
        <p:spPr>
          <a:xfrm xmlns:a="http://schemas.openxmlformats.org/drawingml/2006/main">
            <a:off x="3592215" y="2844800"/>
            <a:ext cx="2281613"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55606B"/>
                </a:solidFill>
                <a:latin typeface="Arial"/>
                <a:ea typeface="Arial"/>
                <a:cs typeface="Arial"/>
              </a:rPr>
              <a:t>No se presentan resultados de 2020</a:t>
            </a:r>
            <a:endParaRPr sz="1200"/>
          </a:p>
        </p:txBody>
      </p:sp>
      <p:pic>
        <p:nvPicPr>
          <p:cNvPr id="12" name="Image 1">
            <a:extLst xmlns:a="http://schemas.openxmlformats.org/drawingml/2006/main">
              <a:ext uri="{FF2B5EF4-FFF2-40B4-BE49-F238E27FC236}">
                <a16:creationId xmlns:a16="http://schemas.microsoft.com/office/drawing/2014/main" id="{6BB5A0E5-BCDF-4634-B198-21D3C443A746}"/>
              </a:ext>
            </a:extLst>
          </p:cNvPr>
          <p:cNvPicPr>
            <a:picLocks xmlns:a="http://schemas.openxmlformats.org/drawingml/2006/main" noChangeAspect="1"/>
          </p:cNvPicPr>
          <p:nvPr/>
        </p:nvPicPr>
        <p:blipFill>
          <a:blip xmlns:r="http://schemas.openxmlformats.org/officeDocument/2006/relationships" xmlns:a="http://schemas.openxmlformats.org/drawingml/2006/main" r:embed="Rf5d21d873ebc4832"/>
          <a:srcRect xmlns:a="http://schemas.openxmlformats.org/drawingml/2006/main" l="0" t="0" r="0" b="0"/>
          <a:stretch xmlns:a="http://schemas.openxmlformats.org/drawingml/2006/main"/>
        </p:blipFill>
        <p:spPr>
          <a:xfrm xmlns:a="http://schemas.openxmlformats.org/drawingml/2006/main">
            <a:off x="6067723" y="2768600"/>
            <a:ext cx="254000" cy="203200"/>
          </a:xfrm>
          <a:prstGeom xmlns:a="http://schemas.openxmlformats.org/drawingml/2006/main" prst="rect">
            <a:avLst/>
          </a:prstGeom>
        </p:spPr>
      </p:pic>
      <p:sp>
        <p:nvSpPr>
          <p:cNvPr id="13" name="Shape 9">
            <a:extLst xmlns:a="http://schemas.openxmlformats.org/drawingml/2006/main">
              <a:ext uri="{FF2B5EF4-FFF2-40B4-BE49-F238E27FC236}">
                <a16:creationId xmlns:a16="http://schemas.microsoft.com/office/drawing/2014/main" id="{E92DC9A4-9E99-438F-BEF2-171019D4E8AF}"/>
              </a:ext>
            </a:extLst>
          </p:cNvPr>
          <p:cNvSpPr>
            <a:spLocks xmlns:a="http://schemas.openxmlformats.org/drawingml/2006/main" noGrp="1"/>
          </p:cNvSpPr>
          <p:nvPr/>
        </p:nvSpPr>
        <p:spPr>
          <a:xfrm xmlns:a="http://schemas.openxmlformats.org/drawingml/2006/main">
            <a:off x="6426498" y="2359025"/>
            <a:ext cx="2157115" cy="1022350"/>
          </a:xfrm>
          <a:prstGeom xmlns:a="http://schemas.openxmlformats.org/drawingml/2006/main" prst="roundRect">
            <a:avLst>
              <a:gd name="adj" fmla="val 9627"/>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Text 10">
            <a:extLst xmlns:a="http://schemas.openxmlformats.org/drawingml/2006/main">
              <a:ext uri="{FF2B5EF4-FFF2-40B4-BE49-F238E27FC236}">
                <a16:creationId xmlns:a16="http://schemas.microsoft.com/office/drawing/2014/main" id="{438D4D4F-0F2C-4C61-BE48-E08542CD324F}"/>
              </a:ext>
            </a:extLst>
          </p:cNvPr>
          <p:cNvSpPr>
            <a:spLocks xmlns:a="http://schemas.openxmlformats.org/drawingml/2006/main" noGrp="1"/>
          </p:cNvSpPr>
          <p:nvPr/>
        </p:nvSpPr>
        <p:spPr>
          <a:xfrm xmlns:a="http://schemas.openxmlformats.org/drawingml/2006/main">
            <a:off x="6582073" y="2501900"/>
            <a:ext cx="1901344" cy="3302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420"/>
              </a:lnSpc>
              <a:buNone/>
            </a:pPr>
            <a:r>
              <a:rPr sz="2200" b="1">
                <a:solidFill>
                  <a:srgbClr val="176B7B"/>
                </a:solidFill>
                <a:latin typeface="Arial"/>
                <a:ea typeface="Arial"/>
                <a:cs typeface="Arial"/>
              </a:rPr>
              <a:t>23.634.669</a:t>
            </a:r>
            <a:endParaRPr sz="2200"/>
          </a:p>
        </p:txBody>
      </p:sp>
      <p:sp>
        <p:nvSpPr>
          <p:cNvPr id="15" name="Text 11">
            <a:extLst xmlns:a="http://schemas.openxmlformats.org/drawingml/2006/main">
              <a:ext uri="{FF2B5EF4-FFF2-40B4-BE49-F238E27FC236}">
                <a16:creationId xmlns:a16="http://schemas.microsoft.com/office/drawing/2014/main" id="{B534CBBB-DA33-408F-AB73-CC45360EFE11}"/>
              </a:ext>
            </a:extLst>
          </p:cNvPr>
          <p:cNvSpPr>
            <a:spLocks xmlns:a="http://schemas.openxmlformats.org/drawingml/2006/main" noGrp="1"/>
          </p:cNvSpPr>
          <p:nvPr/>
        </p:nvSpPr>
        <p:spPr>
          <a:xfrm xmlns:a="http://schemas.openxmlformats.org/drawingml/2006/main">
            <a:off x="6582073" y="2844800"/>
            <a:ext cx="1901344"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000">
                <a:solidFill>
                  <a:srgbClr val="55606B"/>
                </a:solidFill>
                <a:latin typeface="Arial"/>
                <a:ea typeface="Arial"/>
                <a:cs typeface="Arial"/>
              </a:rPr>
              <a:t>vuelos con etiqueta válida</a:t>
            </a:r>
            <a:endParaRPr sz="1300"/>
          </a:p>
        </p:txBody>
      </p:sp>
      <p:pic>
        <p:nvPicPr>
          <p:cNvPr id="16" name="Image 2">
            <a:extLst xmlns:a="http://schemas.openxmlformats.org/drawingml/2006/main">
              <a:ext uri="{FF2B5EF4-FFF2-40B4-BE49-F238E27FC236}">
                <a16:creationId xmlns:a16="http://schemas.microsoft.com/office/drawing/2014/main" id="{ED850BC6-2796-4FE0-A8A0-ED0EFCAEFF6E}"/>
              </a:ext>
            </a:extLst>
          </p:cNvPr>
          <p:cNvPicPr>
            <a:picLocks xmlns:a="http://schemas.openxmlformats.org/drawingml/2006/main" noChangeAspect="1"/>
          </p:cNvPicPr>
          <p:nvPr/>
        </p:nvPicPr>
        <p:blipFill>
          <a:blip xmlns:r="http://schemas.openxmlformats.org/officeDocument/2006/relationships" xmlns:a="http://schemas.openxmlformats.org/drawingml/2006/main" r:embed="Rf5d21d873ebc4832"/>
          <a:srcRect xmlns:a="http://schemas.openxmlformats.org/drawingml/2006/main" l="0" t="0" r="0" b="0"/>
          <a:stretch xmlns:a="http://schemas.openxmlformats.org/drawingml/2006/main"/>
        </p:blipFill>
        <p:spPr>
          <a:xfrm xmlns:a="http://schemas.openxmlformats.org/drawingml/2006/main">
            <a:off x="8688388" y="2768600"/>
            <a:ext cx="254000" cy="203200"/>
          </a:xfrm>
          <a:prstGeom xmlns:a="http://schemas.openxmlformats.org/drawingml/2006/main" prst="rect">
            <a:avLst/>
          </a:prstGeom>
        </p:spPr>
      </p:pic>
      <p:sp>
        <p:nvSpPr>
          <p:cNvPr id="17" name="Shape 12">
            <a:extLst xmlns:a="http://schemas.openxmlformats.org/drawingml/2006/main">
              <a:ext uri="{FF2B5EF4-FFF2-40B4-BE49-F238E27FC236}">
                <a16:creationId xmlns:a16="http://schemas.microsoft.com/office/drawing/2014/main" id="{C1F9B018-A865-49CB-BAB6-70917875F7CE}"/>
              </a:ext>
            </a:extLst>
          </p:cNvPr>
          <p:cNvSpPr>
            <a:spLocks xmlns:a="http://schemas.openxmlformats.org/drawingml/2006/main" noGrp="1"/>
          </p:cNvSpPr>
          <p:nvPr/>
        </p:nvSpPr>
        <p:spPr>
          <a:xfrm xmlns:a="http://schemas.openxmlformats.org/drawingml/2006/main">
            <a:off x="9043988" y="2355850"/>
            <a:ext cx="2335312" cy="1028700"/>
          </a:xfrm>
          <a:prstGeom xmlns:a="http://schemas.openxmlformats.org/drawingml/2006/main" prst="roundRect">
            <a:avLst>
              <a:gd name="adj" fmla="val 9877"/>
            </a:avLst>
          </a:prstGeom>
          <a:solidFill xmlns:a="http://schemas.openxmlformats.org/drawingml/2006/main">
            <a:srgbClr val="13243B"/>
          </a:solidFill>
        </p:spPr>
        <p:txBody>
          <a:bodyPr xmlns:a="http://schemas.openxmlformats.org/drawingml/2006/main"/>
          <a:lstStyle xmlns:a="http://schemas.openxmlformats.org/drawingml/2006/main"/>
          <a:p xmlns:a="http://schemas.openxmlformats.org/drawingml/2006/main">
            <a:endParaRPr/>
          </a:p>
        </p:txBody>
      </p:sp>
      <p:sp>
        <p:nvSpPr>
          <p:cNvPr id="18" name="Text 13">
            <a:extLst xmlns:a="http://schemas.openxmlformats.org/drawingml/2006/main">
              <a:ext uri="{FF2B5EF4-FFF2-40B4-BE49-F238E27FC236}">
                <a16:creationId xmlns:a16="http://schemas.microsoft.com/office/drawing/2014/main" id="{1F1BBB0D-C590-42A5-BB09-7A2695FBCC7F}"/>
              </a:ext>
            </a:extLst>
          </p:cNvPr>
          <p:cNvSpPr>
            <a:spLocks xmlns:a="http://schemas.openxmlformats.org/drawingml/2006/main" noGrp="1"/>
          </p:cNvSpPr>
          <p:nvPr/>
        </p:nvSpPr>
        <p:spPr>
          <a:xfrm xmlns:a="http://schemas.openxmlformats.org/drawingml/2006/main">
            <a:off x="9196388" y="2495550"/>
            <a:ext cx="2091427" cy="3302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420"/>
              </a:lnSpc>
              <a:buNone/>
            </a:pPr>
            <a:r>
              <a:rPr sz="2200" b="1">
                <a:solidFill>
                  <a:srgbClr val="E9A23B"/>
                </a:solidFill>
                <a:latin typeface="Arial"/>
                <a:ea typeface="Arial"/>
                <a:cs typeface="Arial"/>
              </a:rPr>
              <a:t>43</a:t>
            </a:r>
            <a:endParaRPr sz="2200"/>
          </a:p>
        </p:txBody>
      </p:sp>
      <p:sp>
        <p:nvSpPr>
          <p:cNvPr id="19" name="Text 14">
            <a:extLst xmlns:a="http://schemas.openxmlformats.org/drawingml/2006/main">
              <a:ext uri="{FF2B5EF4-FFF2-40B4-BE49-F238E27FC236}">
                <a16:creationId xmlns:a16="http://schemas.microsoft.com/office/drawing/2014/main" id="{5B2D4281-623B-4700-8C47-21FDDCC204C1}"/>
              </a:ext>
            </a:extLst>
          </p:cNvPr>
          <p:cNvSpPr>
            <a:spLocks xmlns:a="http://schemas.openxmlformats.org/drawingml/2006/main" noGrp="1"/>
          </p:cNvSpPr>
          <p:nvPr/>
        </p:nvSpPr>
        <p:spPr>
          <a:xfrm xmlns:a="http://schemas.openxmlformats.org/drawingml/2006/main">
            <a:off x="9196388" y="2838450"/>
            <a:ext cx="2091427"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950">
                <a:solidFill>
                  <a:srgbClr val="B8C4D2"/>
                </a:solidFill>
                <a:latin typeface="Arial"/>
                <a:ea typeface="Arial"/>
                <a:cs typeface="Arial"/>
              </a:rPr>
              <a:t>archivos mensuales preparados</a:t>
            </a:r>
            <a:endParaRPr sz="1200"/>
          </a:p>
        </p:txBody>
      </p:sp>
      <p:sp>
        <p:nvSpPr>
          <p:cNvPr id="20" name="Text 15">
            <a:extLst xmlns:a="http://schemas.openxmlformats.org/drawingml/2006/main">
              <a:ext uri="{FF2B5EF4-FFF2-40B4-BE49-F238E27FC236}">
                <a16:creationId xmlns:a16="http://schemas.microsoft.com/office/drawing/2014/main" id="{A62AFD19-32B7-4481-8064-50E06E047425}"/>
              </a:ext>
            </a:extLst>
          </p:cNvPr>
          <p:cNvSpPr>
            <a:spLocks xmlns:a="http://schemas.openxmlformats.org/drawingml/2006/main" noGrp="1"/>
          </p:cNvSpPr>
          <p:nvPr/>
        </p:nvSpPr>
        <p:spPr>
          <a:xfrm xmlns:a="http://schemas.openxmlformats.org/drawingml/2006/main">
            <a:off x="812800" y="3587750"/>
            <a:ext cx="10883392" cy="2921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100"/>
              </a:lnSpc>
              <a:buNone/>
            </a:pPr>
            <a:r>
              <a:rPr sz="1500" b="1">
                <a:solidFill>
                  <a:srgbClr val="55606B"/>
                </a:solidFill>
                <a:latin typeface="Arial"/>
                <a:ea typeface="Arial"/>
                <a:cs typeface="Arial"/>
              </a:rPr>
              <a:t>Alcance temporal; 2020 excluido</a:t>
            </a:r>
            <a:endParaRPr sz="1500"/>
          </a:p>
        </p:txBody>
      </p:sp>
      <p:sp>
        <p:nvSpPr>
          <p:cNvPr id="21" name="Shape 16">
            <a:extLst xmlns:a="http://schemas.openxmlformats.org/drawingml/2006/main">
              <a:ext uri="{FF2B5EF4-FFF2-40B4-BE49-F238E27FC236}">
                <a16:creationId xmlns:a16="http://schemas.microsoft.com/office/drawing/2014/main" id="{F21544F5-C17C-425F-BB26-0FE4E1C17D2D}"/>
              </a:ext>
            </a:extLst>
          </p:cNvPr>
          <p:cNvSpPr>
            <a:spLocks xmlns:a="http://schemas.openxmlformats.org/drawingml/2006/main" noGrp="1"/>
          </p:cNvSpPr>
          <p:nvPr/>
        </p:nvSpPr>
        <p:spPr>
          <a:xfrm xmlns:a="http://schemas.openxmlformats.org/drawingml/2006/main">
            <a:off x="812800" y="4057650"/>
            <a:ext cx="2107109" cy="1098550"/>
          </a:xfrm>
          <a:prstGeom xmlns:a="http://schemas.openxmlformats.org/drawingml/2006/main" prst="roundRect">
            <a:avLst>
              <a:gd name="adj" fmla="val 6936"/>
            </a:avLst>
          </a:prstGeom>
          <a:solidFill xmlns:a="http://schemas.openxmlformats.org/drawingml/2006/main">
            <a:srgbClr val="C9D3DE"/>
          </a:solidFill>
        </p:spPr>
        <p:txBody>
          <a:bodyPr xmlns:a="http://schemas.openxmlformats.org/drawingml/2006/main"/>
          <a:lstStyle xmlns:a="http://schemas.openxmlformats.org/drawingml/2006/main"/>
          <a:p xmlns:a="http://schemas.openxmlformats.org/drawingml/2006/main">
            <a:endParaRPr/>
          </a:p>
        </p:txBody>
      </p:sp>
      <p:sp>
        <p:nvSpPr>
          <p:cNvPr id="22" name="Text 17">
            <a:extLst xmlns:a="http://schemas.openxmlformats.org/drawingml/2006/main">
              <a:ext uri="{FF2B5EF4-FFF2-40B4-BE49-F238E27FC236}">
                <a16:creationId xmlns:a16="http://schemas.microsoft.com/office/drawing/2014/main" id="{43478C48-01F1-46ED-A047-3FEAC18C60DA}"/>
              </a:ext>
            </a:extLst>
          </p:cNvPr>
          <p:cNvSpPr>
            <a:spLocks xmlns:a="http://schemas.openxmlformats.org/drawingml/2006/main" noGrp="1"/>
          </p:cNvSpPr>
          <p:nvPr/>
        </p:nvSpPr>
        <p:spPr>
          <a:xfrm xmlns:a="http://schemas.openxmlformats.org/drawingml/2006/main">
            <a:off x="939800" y="4184650"/>
            <a:ext cx="1908702" cy="254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000" b="1">
                <a:solidFill>
                  <a:srgbClr val="16222F"/>
                </a:solidFill>
                <a:latin typeface="Arial"/>
                <a:ea typeface="Arial"/>
                <a:cs typeface="Arial"/>
              </a:rPr>
              <a:t>Periodo analítico</a:t>
            </a:r>
            <a:endParaRPr sz="1300"/>
          </a:p>
        </p:txBody>
      </p:sp>
      <p:sp>
        <p:nvSpPr>
          <p:cNvPr id="23" name="Text 18">
            <a:extLst xmlns:a="http://schemas.openxmlformats.org/drawingml/2006/main">
              <a:ext uri="{FF2B5EF4-FFF2-40B4-BE49-F238E27FC236}">
                <a16:creationId xmlns:a16="http://schemas.microsoft.com/office/drawing/2014/main" id="{4599F2CD-2FF2-4632-80C7-3F89D31ED46E}"/>
              </a:ext>
            </a:extLst>
          </p:cNvPr>
          <p:cNvSpPr>
            <a:spLocks xmlns:a="http://schemas.openxmlformats.org/drawingml/2006/main" noGrp="1"/>
          </p:cNvSpPr>
          <p:nvPr/>
        </p:nvSpPr>
        <p:spPr>
          <a:xfrm xmlns:a="http://schemas.openxmlformats.org/drawingml/2006/main">
            <a:off x="939800" y="4438650"/>
            <a:ext cx="1908702"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900">
                <a:solidFill>
                  <a:srgbClr val="16222F"/>
                </a:solidFill>
                <a:latin typeface="Arial"/>
                <a:ea typeface="Arial"/>
                <a:cs typeface="Arial"/>
              </a:rPr>
              <a:t>2018, 2019, 2021 y 2022</a:t>
            </a:r>
            <a:endParaRPr sz="1200"/>
          </a:p>
        </p:txBody>
      </p:sp>
      <p:sp>
        <p:nvSpPr>
          <p:cNvPr id="24" name="Text 19">
            <a:extLst xmlns:a="http://schemas.openxmlformats.org/drawingml/2006/main">
              <a:ext uri="{FF2B5EF4-FFF2-40B4-BE49-F238E27FC236}">
                <a16:creationId xmlns:a16="http://schemas.microsoft.com/office/drawing/2014/main" id="{5BBC0D10-8DD6-43FD-B007-0F559D872B51}"/>
              </a:ext>
            </a:extLst>
          </p:cNvPr>
          <p:cNvSpPr>
            <a:spLocks xmlns:a="http://schemas.openxmlformats.org/drawingml/2006/main" noGrp="1"/>
          </p:cNvSpPr>
          <p:nvPr/>
        </p:nvSpPr>
        <p:spPr>
          <a:xfrm xmlns:a="http://schemas.openxmlformats.org/drawingml/2006/main">
            <a:off x="939800" y="4673600"/>
            <a:ext cx="1908702"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800"/>
              </a:lnSpc>
              <a:buNone/>
            </a:pPr>
            <a:r>
              <a:rPr sz="1000" b="1">
                <a:solidFill>
                  <a:srgbClr val="16222F"/>
                </a:solidFill>
                <a:latin typeface="Arial"/>
                <a:ea typeface="Arial"/>
                <a:cs typeface="Arial"/>
              </a:rPr>
              <a:t>ene–jul · 2020 excluido</a:t>
            </a:r>
            <a:endParaRPr sz="2000"/>
          </a:p>
        </p:txBody>
      </p:sp>
      <p:sp>
        <p:nvSpPr>
          <p:cNvPr id="25" name="Shape 20">
            <a:extLst xmlns:a="http://schemas.openxmlformats.org/drawingml/2006/main">
              <a:ext uri="{FF2B5EF4-FFF2-40B4-BE49-F238E27FC236}">
                <a16:creationId xmlns:a16="http://schemas.microsoft.com/office/drawing/2014/main" id="{F1532874-3D6F-478E-A194-13116C93917B}"/>
              </a:ext>
            </a:extLst>
          </p:cNvPr>
          <p:cNvSpPr>
            <a:spLocks xmlns:a="http://schemas.openxmlformats.org/drawingml/2006/main" noGrp="1"/>
          </p:cNvSpPr>
          <p:nvPr/>
        </p:nvSpPr>
        <p:spPr>
          <a:xfrm xmlns:a="http://schemas.openxmlformats.org/drawingml/2006/main">
            <a:off x="2970709" y="4057650"/>
            <a:ext cx="4440833" cy="1098550"/>
          </a:xfrm>
          <a:prstGeom xmlns:a="http://schemas.openxmlformats.org/drawingml/2006/main" prst="roundRect">
            <a:avLst>
              <a:gd name="adj" fmla="val 6936"/>
            </a:avLst>
          </a:prstGeom>
          <a:solidFill xmlns:a="http://schemas.openxmlformats.org/drawingml/2006/main">
            <a:srgbClr val="176B7B"/>
          </a:solidFill>
        </p:spPr>
        <p:txBody>
          <a:bodyPr xmlns:a="http://schemas.openxmlformats.org/drawingml/2006/main"/>
          <a:lstStyle xmlns:a="http://schemas.openxmlformats.org/drawingml/2006/main"/>
          <a:p xmlns:a="http://schemas.openxmlformats.org/drawingml/2006/main">
            <a:endParaRPr/>
          </a:p>
        </p:txBody>
      </p:sp>
      <p:sp>
        <p:nvSpPr>
          <p:cNvPr id="26" name="Text 21">
            <a:extLst xmlns:a="http://schemas.openxmlformats.org/drawingml/2006/main">
              <a:ext uri="{FF2B5EF4-FFF2-40B4-BE49-F238E27FC236}">
                <a16:creationId xmlns:a16="http://schemas.microsoft.com/office/drawing/2014/main" id="{C9E9EC2B-4EAD-4D4F-A68C-59DD0D28CBEA}"/>
              </a:ext>
            </a:extLst>
          </p:cNvPr>
          <p:cNvSpPr>
            <a:spLocks xmlns:a="http://schemas.openxmlformats.org/drawingml/2006/main" noGrp="1"/>
          </p:cNvSpPr>
          <p:nvPr/>
        </p:nvSpPr>
        <p:spPr>
          <a:xfrm xmlns:a="http://schemas.openxmlformats.org/drawingml/2006/main">
            <a:off x="3097709" y="4184650"/>
            <a:ext cx="4312438" cy="254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b="1">
                <a:solidFill>
                  <a:srgbClr val="F5F3EC"/>
                </a:solidFill>
                <a:latin typeface="Arial"/>
                <a:ea typeface="Arial"/>
                <a:cs typeface="Arial"/>
              </a:rPr>
              <a:t>2021 · Logística y Boosting</a:t>
            </a:r>
            <a:endParaRPr sz="1300"/>
          </a:p>
        </p:txBody>
      </p:sp>
      <p:sp>
        <p:nvSpPr>
          <p:cNvPr id="27" name="Text 22">
            <a:extLst xmlns:a="http://schemas.openxmlformats.org/drawingml/2006/main">
              <a:ext uri="{FF2B5EF4-FFF2-40B4-BE49-F238E27FC236}">
                <a16:creationId xmlns:a16="http://schemas.microsoft.com/office/drawing/2014/main" id="{D2725256-CF77-41A0-B633-F887155708E2}"/>
              </a:ext>
            </a:extLst>
          </p:cNvPr>
          <p:cNvSpPr>
            <a:spLocks xmlns:a="http://schemas.openxmlformats.org/drawingml/2006/main" noGrp="1"/>
          </p:cNvSpPr>
          <p:nvPr/>
        </p:nvSpPr>
        <p:spPr>
          <a:xfrm xmlns:a="http://schemas.openxmlformats.org/drawingml/2006/main">
            <a:off x="3097709" y="4438650"/>
            <a:ext cx="4312438"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F5F3EC"/>
                </a:solidFill>
                <a:latin typeface="Arial"/>
                <a:ea typeface="Arial"/>
                <a:cs typeface="Arial"/>
              </a:rPr>
              <a:t>Muestra de 400.000 vuelos</a:t>
            </a:r>
            <a:endParaRPr sz="1200"/>
          </a:p>
        </p:txBody>
      </p:sp>
      <p:sp>
        <p:nvSpPr>
          <p:cNvPr id="28" name="Text 23">
            <a:extLst xmlns:a="http://schemas.openxmlformats.org/drawingml/2006/main">
              <a:ext uri="{FF2B5EF4-FFF2-40B4-BE49-F238E27FC236}">
                <a16:creationId xmlns:a16="http://schemas.microsoft.com/office/drawing/2014/main" id="{1A1694E9-E61E-4D20-A0F9-A035E3A8D1C6}"/>
              </a:ext>
            </a:extLst>
          </p:cNvPr>
          <p:cNvSpPr>
            <a:spLocks xmlns:a="http://schemas.openxmlformats.org/drawingml/2006/main" noGrp="1"/>
          </p:cNvSpPr>
          <p:nvPr/>
        </p:nvSpPr>
        <p:spPr>
          <a:xfrm xmlns:a="http://schemas.openxmlformats.org/drawingml/2006/main">
            <a:off x="3097709" y="4673600"/>
            <a:ext cx="4312438"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800"/>
              </a:lnSpc>
              <a:buNone/>
            </a:pPr>
            <a:r>
              <a:rPr sz="2000" b="1">
                <a:solidFill>
                  <a:srgbClr val="F5F3EC"/>
                </a:solidFill>
                <a:latin typeface="Arial"/>
                <a:ea typeface="Arial"/>
                <a:cs typeface="Arial"/>
              </a:rPr>
              <a:t>Comparación justa: 400.000 vuelos</a:t>
            </a:r>
            <a:endParaRPr sz="2000"/>
          </a:p>
        </p:txBody>
      </p:sp>
      <p:sp>
        <p:nvSpPr>
          <p:cNvPr id="29" name="Shape 24">
            <a:extLst xmlns:a="http://schemas.openxmlformats.org/drawingml/2006/main">
              <a:ext uri="{FF2B5EF4-FFF2-40B4-BE49-F238E27FC236}">
                <a16:creationId xmlns:a16="http://schemas.microsoft.com/office/drawing/2014/main" id="{8FEE3C6A-51B1-4991-8273-394DEAB5D002}"/>
              </a:ext>
            </a:extLst>
          </p:cNvPr>
          <p:cNvSpPr>
            <a:spLocks xmlns:a="http://schemas.openxmlformats.org/drawingml/2006/main" noGrp="1"/>
          </p:cNvSpPr>
          <p:nvPr/>
        </p:nvSpPr>
        <p:spPr>
          <a:xfrm xmlns:a="http://schemas.openxmlformats.org/drawingml/2006/main">
            <a:off x="7462341" y="4057650"/>
            <a:ext cx="2305943" cy="1098550"/>
          </a:xfrm>
          <a:prstGeom xmlns:a="http://schemas.openxmlformats.org/drawingml/2006/main" prst="roundRect">
            <a:avLst>
              <a:gd name="adj" fmla="val 6936"/>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30" name="Text 25">
            <a:extLst xmlns:a="http://schemas.openxmlformats.org/drawingml/2006/main">
              <a:ext uri="{FF2B5EF4-FFF2-40B4-BE49-F238E27FC236}">
                <a16:creationId xmlns:a16="http://schemas.microsoft.com/office/drawing/2014/main" id="{5FA43C08-A29F-4CF0-ADBB-C2698E33345A}"/>
              </a:ext>
            </a:extLst>
          </p:cNvPr>
          <p:cNvSpPr>
            <a:spLocks xmlns:a="http://schemas.openxmlformats.org/drawingml/2006/main" noGrp="1"/>
          </p:cNvSpPr>
          <p:nvPr/>
        </p:nvSpPr>
        <p:spPr>
          <a:xfrm xmlns:a="http://schemas.openxmlformats.org/drawingml/2006/main">
            <a:off x="7589341" y="4184650"/>
            <a:ext cx="2113501" cy="254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b="1">
                <a:solidFill>
                  <a:srgbClr val="13243B"/>
                </a:solidFill>
                <a:latin typeface="Arial"/>
                <a:ea typeface="Arial"/>
                <a:cs typeface="Arial"/>
              </a:rPr>
              <a:t>2021 · Boosting 1M</a:t>
            </a:r>
            <a:endParaRPr sz="1300"/>
          </a:p>
        </p:txBody>
      </p:sp>
      <p:sp>
        <p:nvSpPr>
          <p:cNvPr id="31" name="Text 26">
            <a:extLst xmlns:a="http://schemas.openxmlformats.org/drawingml/2006/main">
              <a:ext uri="{FF2B5EF4-FFF2-40B4-BE49-F238E27FC236}">
                <a16:creationId xmlns:a16="http://schemas.microsoft.com/office/drawing/2014/main" id="{D396247F-6783-4A87-B11C-8A3496FBC225}"/>
              </a:ext>
            </a:extLst>
          </p:cNvPr>
          <p:cNvSpPr>
            <a:spLocks xmlns:a="http://schemas.openxmlformats.org/drawingml/2006/main" noGrp="1"/>
          </p:cNvSpPr>
          <p:nvPr/>
        </p:nvSpPr>
        <p:spPr>
          <a:xfrm xmlns:a="http://schemas.openxmlformats.org/drawingml/2006/main">
            <a:off x="7589341" y="4438650"/>
            <a:ext cx="2113501"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13243B"/>
                </a:solidFill>
                <a:latin typeface="Arial"/>
                <a:ea typeface="Arial"/>
                <a:cs typeface="Arial"/>
              </a:rPr>
              <a:t>Ene–sep · 1 M</a:t>
            </a:r>
            <a:endParaRPr sz="1200"/>
          </a:p>
        </p:txBody>
      </p:sp>
      <p:sp>
        <p:nvSpPr>
          <p:cNvPr id="32" name="Text 27">
            <a:extLst xmlns:a="http://schemas.openxmlformats.org/drawingml/2006/main">
              <a:ext uri="{FF2B5EF4-FFF2-40B4-BE49-F238E27FC236}">
                <a16:creationId xmlns:a16="http://schemas.microsoft.com/office/drawing/2014/main" id="{6F74FE76-939D-4CE5-BA8E-4992C41A579E}"/>
              </a:ext>
            </a:extLst>
          </p:cNvPr>
          <p:cNvSpPr>
            <a:spLocks xmlns:a="http://schemas.openxmlformats.org/drawingml/2006/main" noGrp="1"/>
          </p:cNvSpPr>
          <p:nvPr/>
        </p:nvSpPr>
        <p:spPr>
          <a:xfrm xmlns:a="http://schemas.openxmlformats.org/drawingml/2006/main">
            <a:off x="7589341" y="4673600"/>
            <a:ext cx="2113501"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800"/>
              </a:lnSpc>
              <a:buNone/>
            </a:pPr>
            <a:r>
              <a:rPr sz="2000" b="1">
                <a:solidFill>
                  <a:srgbClr val="13243B"/>
                </a:solidFill>
                <a:latin typeface="Arial"/>
                <a:ea typeface="Arial"/>
                <a:cs typeface="Arial"/>
              </a:rPr>
              <a:t>Q4 · validación</a:t>
            </a:r>
            <a:endParaRPr sz="2000"/>
          </a:p>
        </p:txBody>
      </p:sp>
      <p:sp>
        <p:nvSpPr>
          <p:cNvPr id="33" name="Shape 28">
            <a:extLst xmlns:a="http://schemas.openxmlformats.org/drawingml/2006/main">
              <a:ext uri="{FF2B5EF4-FFF2-40B4-BE49-F238E27FC236}">
                <a16:creationId xmlns:a16="http://schemas.microsoft.com/office/drawing/2014/main" id="{CDA584B9-96C7-4144-A567-C437DF721969}"/>
              </a:ext>
            </a:extLst>
          </p:cNvPr>
          <p:cNvSpPr>
            <a:spLocks xmlns:a="http://schemas.openxmlformats.org/drawingml/2006/main" noGrp="1"/>
          </p:cNvSpPr>
          <p:nvPr/>
        </p:nvSpPr>
        <p:spPr>
          <a:xfrm xmlns:a="http://schemas.openxmlformats.org/drawingml/2006/main">
            <a:off x="9819084" y="4057650"/>
            <a:ext cx="1560116" cy="1098550"/>
          </a:xfrm>
          <a:prstGeom xmlns:a="http://schemas.openxmlformats.org/drawingml/2006/main" prst="roundRect">
            <a:avLst>
              <a:gd name="adj" fmla="val 6936"/>
            </a:avLst>
          </a:prstGeom>
          <a:solidFill xmlns:a="http://schemas.openxmlformats.org/drawingml/2006/main">
            <a:srgbClr val="13243B"/>
          </a:solidFill>
        </p:spPr>
        <p:txBody>
          <a:bodyPr xmlns:a="http://schemas.openxmlformats.org/drawingml/2006/main"/>
          <a:lstStyle xmlns:a="http://schemas.openxmlformats.org/drawingml/2006/main"/>
          <a:p xmlns:a="http://schemas.openxmlformats.org/drawingml/2006/main">
            <a:endParaRPr/>
          </a:p>
        </p:txBody>
      </p:sp>
      <p:sp>
        <p:nvSpPr>
          <p:cNvPr id="34" name="Text 29">
            <a:extLst xmlns:a="http://schemas.openxmlformats.org/drawingml/2006/main">
              <a:ext uri="{FF2B5EF4-FFF2-40B4-BE49-F238E27FC236}">
                <a16:creationId xmlns:a16="http://schemas.microsoft.com/office/drawing/2014/main" id="{E8CC8001-FC9E-4359-9842-B0BC0D0D51DD}"/>
              </a:ext>
            </a:extLst>
          </p:cNvPr>
          <p:cNvSpPr>
            <a:spLocks xmlns:a="http://schemas.openxmlformats.org/drawingml/2006/main" noGrp="1"/>
          </p:cNvSpPr>
          <p:nvPr/>
        </p:nvSpPr>
        <p:spPr>
          <a:xfrm xmlns:a="http://schemas.openxmlformats.org/drawingml/2006/main">
            <a:off x="9946084" y="4184650"/>
            <a:ext cx="1356916" cy="254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b="1">
                <a:solidFill>
                  <a:srgbClr val="F5F3EC"/>
                </a:solidFill>
                <a:latin typeface="Arial"/>
                <a:ea typeface="Arial"/>
                <a:cs typeface="Arial"/>
              </a:rPr>
              <a:t>2022 · Eval.</a:t>
            </a:r>
            <a:endParaRPr sz="1300"/>
          </a:p>
        </p:txBody>
      </p:sp>
      <p:sp>
        <p:nvSpPr>
          <p:cNvPr id="35" name="Text 30">
            <a:extLst xmlns:a="http://schemas.openxmlformats.org/drawingml/2006/main">
              <a:ext uri="{FF2B5EF4-FFF2-40B4-BE49-F238E27FC236}">
                <a16:creationId xmlns:a16="http://schemas.microsoft.com/office/drawing/2014/main" id="{30EDF3F5-BB39-43D5-841F-CE1368E916CB}"/>
              </a:ext>
            </a:extLst>
          </p:cNvPr>
          <p:cNvSpPr>
            <a:spLocks xmlns:a="http://schemas.openxmlformats.org/drawingml/2006/main" noGrp="1"/>
          </p:cNvSpPr>
          <p:nvPr/>
        </p:nvSpPr>
        <p:spPr>
          <a:xfrm xmlns:a="http://schemas.openxmlformats.org/drawingml/2006/main">
            <a:off x="9946084" y="4438650"/>
            <a:ext cx="1356916"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F5F3EC"/>
                </a:solidFill>
                <a:latin typeface="Arial"/>
                <a:ea typeface="Arial"/>
                <a:cs typeface="Arial"/>
              </a:rPr>
              <a:t>Ene–jul</a:t>
            </a:r>
            <a:endParaRPr sz="1200"/>
          </a:p>
        </p:txBody>
      </p:sp>
      <p:sp>
        <p:nvSpPr>
          <p:cNvPr id="36" name="Text 31">
            <a:extLst xmlns:a="http://schemas.openxmlformats.org/drawingml/2006/main">
              <a:ext uri="{FF2B5EF4-FFF2-40B4-BE49-F238E27FC236}">
                <a16:creationId xmlns:a16="http://schemas.microsoft.com/office/drawing/2014/main" id="{C3209019-2D57-431B-8D97-F1FCFF0A61F5}"/>
              </a:ext>
            </a:extLst>
          </p:cNvPr>
          <p:cNvSpPr>
            <a:spLocks xmlns:a="http://schemas.openxmlformats.org/drawingml/2006/main" noGrp="1"/>
          </p:cNvSpPr>
          <p:nvPr/>
        </p:nvSpPr>
        <p:spPr>
          <a:xfrm xmlns:a="http://schemas.openxmlformats.org/drawingml/2006/main">
            <a:off x="9946084" y="4673600"/>
            <a:ext cx="1356916"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800"/>
              </a:lnSpc>
              <a:buNone/>
            </a:pPr>
            <a:r>
              <a:rPr sz="2000" b="1">
                <a:solidFill>
                  <a:srgbClr val="F5F3EC"/>
                </a:solidFill>
                <a:latin typeface="Arial"/>
                <a:ea typeface="Arial"/>
                <a:cs typeface="Arial"/>
              </a:rPr>
              <a:t>No indep.</a:t>
            </a:r>
            <a:endParaRPr sz="2000"/>
          </a:p>
        </p:txBody>
      </p:sp>
      <p:sp>
        <p:nvSpPr>
          <p:cNvPr id="37" name="Text 32">
            <a:extLst xmlns:a="http://schemas.openxmlformats.org/drawingml/2006/main">
              <a:ext uri="{FF2B5EF4-FFF2-40B4-BE49-F238E27FC236}">
                <a16:creationId xmlns:a16="http://schemas.microsoft.com/office/drawing/2014/main" id="{4F408C55-2D8D-462D-88FD-9BFF324C2B5B}"/>
              </a:ext>
            </a:extLst>
          </p:cNvPr>
          <p:cNvSpPr>
            <a:spLocks xmlns:a="http://schemas.openxmlformats.org/drawingml/2006/main" noGrp="1"/>
          </p:cNvSpPr>
          <p:nvPr/>
        </p:nvSpPr>
        <p:spPr>
          <a:xfrm xmlns:a="http://schemas.openxmlformats.org/drawingml/2006/main">
            <a:off x="812800" y="5359400"/>
            <a:ext cx="10883392"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90"/>
              </a:lnSpc>
              <a:buNone/>
            </a:pPr>
            <a:r>
              <a:rPr sz="1400" b="1">
                <a:solidFill>
                  <a:srgbClr val="16222F"/>
                </a:solidFill>
                <a:latin typeface="Arial"/>
                <a:ea typeface="Arial"/>
                <a:cs typeface="Arial"/>
              </a:rPr>
              <a:t>Logística 400k y Boosting 400k usan la misma muestra 2021; Boosting 1M se presenta aparte. Validación: oct–dic 2021.</a:t>
            </a:r>
            <a:r>
              <a:rPr sz="1400">
                <a:solidFill>
                  <a:srgbClr val="16222F"/>
                </a:solidFill>
                <a:latin typeface="Arial"/>
                <a:ea typeface="Arial"/>
                <a:cs typeface="Arial"/>
              </a:rPr>
              <a:t/>
            </a:r>
            <a:endParaRPr sz="1400"/>
          </a:p>
        </p:txBody>
      </p:sp>
      <p:sp>
        <p:nvSpPr>
          <p:cNvPr id="38" name="Text 33">
            <a:extLst xmlns:a="http://schemas.openxmlformats.org/drawingml/2006/main">
              <a:ext uri="{FF2B5EF4-FFF2-40B4-BE49-F238E27FC236}">
                <a16:creationId xmlns:a16="http://schemas.microsoft.com/office/drawing/2014/main" id="{8E39C60C-4802-4D92-86D1-E21131142E17}"/>
              </a:ext>
            </a:extLst>
          </p:cNvPr>
          <p:cNvSpPr>
            <a:spLocks xmlns:a="http://schemas.openxmlformats.org/drawingml/2006/main" noGrp="1"/>
          </p:cNvSpPr>
          <p:nvPr/>
        </p:nvSpPr>
        <p:spPr>
          <a:xfrm xmlns:a="http://schemas.openxmlformats.org/drawingml/2006/main">
            <a:off x="812800" y="6242050"/>
            <a:ext cx="981075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55606B"/>
                </a:solidFill>
                <a:latin typeface="Arial"/>
                <a:ea typeface="Arial"/>
                <a:cs typeface="Arial"/>
              </a:rPr>
              <a:t>Datos de EE. UU.; 2020 excluido de todo análisis. Colombia es una propuesta pendiente de validación local.</a:t>
            </a:r>
            <a:endParaRPr sz="1200"/>
          </a:p>
        </p:txBody>
      </p:sp>
      <p:sp>
        <p:nvSpPr>
          <p:cNvPr id="39" name="Text 34">
            <a:extLst xmlns:a="http://schemas.openxmlformats.org/drawingml/2006/main">
              <a:ext uri="{FF2B5EF4-FFF2-40B4-BE49-F238E27FC236}">
                <a16:creationId xmlns:a16="http://schemas.microsoft.com/office/drawing/2014/main" id="{76F0AAEC-9267-423E-B67C-70716FB75F31}"/>
              </a:ext>
            </a:extLst>
          </p:cNvPr>
          <p:cNvSpPr>
            <a:spLocks xmlns:a="http://schemas.openxmlformats.org/drawingml/2006/main" noGrp="1"/>
          </p:cNvSpPr>
          <p:nvPr/>
        </p:nvSpPr>
        <p:spPr>
          <a:xfrm xmlns:a="http://schemas.openxmlformats.org/drawingml/2006/main">
            <a:off x="10693400" y="6242050"/>
            <a:ext cx="685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55606B"/>
                </a:solidFill>
                <a:latin typeface="Arial"/>
                <a:ea typeface="Arial"/>
                <a:cs typeface="Arial"/>
              </a:rPr>
              <a:t>7</a:t>
            </a:r>
            <a:endParaRPr sz="1200"/>
          </a:p>
        </p:txBody>
      </p:sp>
    </p:spTree>
    <p:extLst>
      <p:ext uri="{BB962C8B-B14F-4D97-AF65-F5344CB8AC3E}">
        <p14:creationId xmlns:p14="http://schemas.microsoft.com/office/powerpoint/2010/main" val="344914537"/>
      </p:ext>
    </p:extLst>
  </p:cSld>
</p:sld>
</file>

<file path=ppt/slides/slide8.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828D387-1639-4BF0-A689-4088BDF52EC3}"/>
              </a:ext>
            </a:extLst>
          </p:cNvPr>
          <p:cNvSpPr>
            <a:spLocks xmlns:a="http://schemas.openxmlformats.org/drawingml/2006/main" noGrp="1"/>
          </p:cNvSpPr>
          <p:nvPr/>
        </p:nvSpPr>
        <p:spPr>
          <a:xfrm xmlns:a="http://schemas.openxmlformats.org/drawingml/2006/main">
            <a:off x="812800" y="812800"/>
            <a:ext cx="10883392" cy="25677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50"/>
              </a:lnSpc>
              <a:buNone/>
            </a:pPr>
            <a:r>
              <a:rPr sz="1321" b="1" spc="100">
                <a:solidFill>
                  <a:srgbClr val="176B7B"/>
                </a:solidFill>
                <a:latin typeface="Arial"/>
                <a:ea typeface="Arial"/>
                <a:cs typeface="Arial"/>
              </a:rPr>
              <a:t>5 · RESULTADOS</a:t>
            </a:r>
            <a:endParaRPr sz="1321"/>
          </a:p>
        </p:txBody>
      </p:sp>
      <p:sp>
        <p:nvSpPr>
          <p:cNvPr id="3" name="Text 1">
            <a:extLst xmlns:a="http://schemas.openxmlformats.org/drawingml/2006/main">
              <a:ext uri="{FF2B5EF4-FFF2-40B4-BE49-F238E27FC236}">
                <a16:creationId xmlns:a16="http://schemas.microsoft.com/office/drawing/2014/main" id="{2F813A88-5A73-4467-8D90-4E9685858DC3}"/>
              </a:ext>
            </a:extLst>
          </p:cNvPr>
          <p:cNvSpPr>
            <a:spLocks xmlns:a="http://schemas.openxmlformats.org/drawingml/2006/main" noGrp="1"/>
          </p:cNvSpPr>
          <p:nvPr>
            <p:ph type="title" idx="0"/>
          </p:nvPr>
        </p:nvSpPr>
        <p:spPr>
          <a:xfrm xmlns:a="http://schemas.openxmlformats.org/drawingml/2006/main">
            <a:off x="812800" y="1298178"/>
            <a:ext cx="10883392" cy="417016"/>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145"/>
              </a:lnSpc>
              <a:buNone/>
            </a:pPr>
            <a:r>
              <a:rPr sz="2859" b="1" i="0">
                <a:solidFill>
                  <a:srgbClr val="16222F"/>
                </a:solidFill>
                <a:latin typeface="Arial"/>
                <a:ea typeface="Arial"/>
                <a:cs typeface="Arial"/>
              </a:rPr>
              <a:t>Comparación retrospectiva del top 10 % de riesgo</a:t>
            </a:r>
            <a:endParaRPr sz="2859"/>
          </a:p>
        </p:txBody>
      </p:sp>
      <p:sp>
        <p:nvSpPr>
          <p:cNvPr id="4" name="Shape 2">
            <a:extLst xmlns:a="http://schemas.openxmlformats.org/drawingml/2006/main">
              <a:ext uri="{FF2B5EF4-FFF2-40B4-BE49-F238E27FC236}">
                <a16:creationId xmlns:a16="http://schemas.microsoft.com/office/drawing/2014/main" id="{3E830C4A-6494-4686-B7B3-4BE4638F8815}"/>
              </a:ext>
            </a:extLst>
          </p:cNvPr>
          <p:cNvSpPr>
            <a:spLocks xmlns:a="http://schemas.openxmlformats.org/drawingml/2006/main" noGrp="1"/>
          </p:cNvSpPr>
          <p:nvPr/>
        </p:nvSpPr>
        <p:spPr>
          <a:xfrm xmlns:a="http://schemas.openxmlformats.org/drawingml/2006/main">
            <a:off x="815975" y="1946970"/>
            <a:ext cx="6343650" cy="3891855"/>
          </a:xfrm>
          <a:prstGeom xmlns:a="http://schemas.openxmlformats.org/drawingml/2006/main" prst="roundRect">
            <a:avLst>
              <a:gd name="adj" fmla="val 2529"/>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3">
            <a:extLst xmlns:a="http://schemas.openxmlformats.org/drawingml/2006/main">
              <a:ext uri="{FF2B5EF4-FFF2-40B4-BE49-F238E27FC236}">
                <a16:creationId xmlns:a16="http://schemas.microsoft.com/office/drawing/2014/main" id="{F5C93505-B759-4E16-A3AE-51F33E72F749}"/>
              </a:ext>
            </a:extLst>
          </p:cNvPr>
          <p:cNvSpPr>
            <a:spLocks xmlns:a="http://schemas.openxmlformats.org/drawingml/2006/main" noGrp="1"/>
          </p:cNvSpPr>
          <p:nvPr/>
        </p:nvSpPr>
        <p:spPr>
          <a:xfrm xmlns:a="http://schemas.openxmlformats.org/drawingml/2006/main">
            <a:off x="996950" y="2127945"/>
            <a:ext cx="6161151" cy="44856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5"/>
              </a:lnSpc>
              <a:buNone/>
            </a:pPr>
            <a:r>
              <a:rPr sz="1304" b="1">
                <a:solidFill>
                  <a:srgbClr val="16222F"/>
                </a:solidFill>
                <a:latin typeface="Arial"/>
                <a:ea typeface="Arial"/>
                <a:cs typeface="Arial"/>
              </a:rPr>
              <a:t>Retrasos detectados entre los mismos 394.492 vuelos comparados (10 %), ene–jul 2022</a:t>
            </a:r>
            <a:endParaRPr sz="1304"/>
          </a:p>
        </p:txBody>
      </p:sp>
      <p:sp>
        <p:nvSpPr>
          <p:cNvPr id="6" name="Text 4">
            <a:extLst xmlns:a="http://schemas.openxmlformats.org/drawingml/2006/main">
              <a:ext uri="{FF2B5EF4-FFF2-40B4-BE49-F238E27FC236}">
                <a16:creationId xmlns:a16="http://schemas.microsoft.com/office/drawing/2014/main" id="{8C2B4E67-27C8-404D-8763-D5C95B27E1A7}"/>
              </a:ext>
            </a:extLst>
          </p:cNvPr>
          <p:cNvSpPr>
            <a:spLocks xmlns:a="http://schemas.openxmlformats.org/drawingml/2006/main" noGrp="1"/>
          </p:cNvSpPr>
          <p:nvPr/>
        </p:nvSpPr>
        <p:spPr>
          <a:xfrm xmlns:a="http://schemas.openxmlformats.org/drawingml/2006/main">
            <a:off x="1281748" y="3784600"/>
            <a:ext cx="792480"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2380"/>
              </a:lnSpc>
              <a:buNone/>
            </a:pPr>
            <a:r>
              <a:rPr sz="1700" b="1">
                <a:solidFill>
                  <a:srgbClr val="16222F"/>
                </a:solidFill>
                <a:latin typeface="Arial"/>
                <a:ea typeface="Arial"/>
                <a:cs typeface="Arial"/>
              </a:rPr>
              <a:t>85.396</a:t>
            </a:r>
            <a:endParaRPr sz="1700"/>
          </a:p>
        </p:txBody>
      </p:sp>
      <p:sp>
        <p:nvSpPr>
          <p:cNvPr id="7" name="Shape 5">
            <a:extLst xmlns:a="http://schemas.openxmlformats.org/drawingml/2006/main">
              <a:ext uri="{FF2B5EF4-FFF2-40B4-BE49-F238E27FC236}">
                <a16:creationId xmlns:a16="http://schemas.microsoft.com/office/drawing/2014/main" id="{EE8FF3B7-43DA-406A-A3EB-C3A14ED9D8CD}"/>
              </a:ext>
            </a:extLst>
          </p:cNvPr>
          <p:cNvSpPr>
            <a:spLocks xmlns:a="http://schemas.openxmlformats.org/drawingml/2006/main" noGrp="1"/>
          </p:cNvSpPr>
          <p:nvPr/>
        </p:nvSpPr>
        <p:spPr>
          <a:xfrm xmlns:a="http://schemas.openxmlformats.org/drawingml/2006/main">
            <a:off x="1201738" y="4146550"/>
            <a:ext cx="952500" cy="1257300"/>
          </a:xfrm>
          <a:custGeom xmlns:a="http://schemas.openxmlformats.org/drawingml/2006/main">
            <a:rect l="l" t="t" r="r" b="b"/>
            <a:pathLst>
              <a:path w="952500" h="1257300">
                <a:moveTo>
                  <a:pt x="50800" y="0"/>
                </a:moveTo>
                <a:lnTo>
                  <a:pt x="901700" y="0"/>
                </a:lnTo>
                <a:arcTo wR="50800" hR="50800" stAng="16200000" swAng="5400000"/>
                <a:lnTo>
                  <a:pt x="952500" y="1257300"/>
                </a:lnTo>
                <a:lnTo>
                  <a:pt x="0" y="1257300"/>
                </a:lnTo>
                <a:lnTo>
                  <a:pt x="0" y="50800"/>
                </a:lnTo>
                <a:arcTo wR="50800" hR="50800" stAng="10800000" swAng="5400000"/>
                <a:close/>
              </a:path>
            </a:pathLst>
          </a:custGeom>
          <a:solidFill xmlns:a="http://schemas.openxmlformats.org/drawingml/2006/main">
            <a:srgbClr val="C9C4B3"/>
          </a:solidFill>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A537D6D9-0855-420A-A5D4-6226F637132D}"/>
              </a:ext>
            </a:extLst>
          </p:cNvPr>
          <p:cNvSpPr>
            <a:spLocks xmlns:a="http://schemas.openxmlformats.org/drawingml/2006/main" noGrp="1"/>
          </p:cNvSpPr>
          <p:nvPr/>
        </p:nvSpPr>
        <p:spPr>
          <a:xfrm xmlns:a="http://schemas.openxmlformats.org/drawingml/2006/main">
            <a:off x="936000" y="5467350"/>
            <a:ext cx="1483876" cy="2159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500"/>
              </a:lnSpc>
              <a:buNone/>
            </a:pPr>
            <a:r>
              <a:rPr sz="1200">
                <a:solidFill>
                  <a:srgbClr val="55606B"/>
                </a:solidFill>
                <a:latin typeface="Arial"/>
                <a:ea typeface="Arial"/>
                <a:cs typeface="Arial"/>
              </a:rPr>
              <a:t>Al azar</a:t>
            </a:r>
            <a:endParaRPr sz="1200"/>
          </a:p>
        </p:txBody>
      </p:sp>
      <p:sp>
        <p:nvSpPr>
          <p:cNvPr id="9" name="Text 7">
            <a:extLst xmlns:a="http://schemas.openxmlformats.org/drawingml/2006/main">
              <a:ext uri="{FF2B5EF4-FFF2-40B4-BE49-F238E27FC236}">
                <a16:creationId xmlns:a16="http://schemas.microsoft.com/office/drawing/2014/main" id="{2D0978F4-D28A-4F1D-8191-88B8658A6DB7}"/>
              </a:ext>
            </a:extLst>
          </p:cNvPr>
          <p:cNvSpPr>
            <a:spLocks xmlns:a="http://schemas.openxmlformats.org/drawingml/2006/main" noGrp="1"/>
          </p:cNvSpPr>
          <p:nvPr/>
        </p:nvSpPr>
        <p:spPr>
          <a:xfrm xmlns:a="http://schemas.openxmlformats.org/drawingml/2006/main">
            <a:off x="2749590" y="3200400"/>
            <a:ext cx="936546"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2380"/>
              </a:lnSpc>
              <a:buNone/>
            </a:pPr>
            <a:r>
              <a:rPr sz="1700" b="1">
                <a:solidFill>
                  <a:srgbClr val="16222F"/>
                </a:solidFill>
                <a:latin typeface="Arial"/>
                <a:ea typeface="Arial"/>
                <a:cs typeface="Arial"/>
              </a:rPr>
              <a:t>156.592</a:t>
            </a:r>
            <a:endParaRPr sz="1700"/>
          </a:p>
        </p:txBody>
      </p:sp>
      <p:sp>
        <p:nvSpPr>
          <p:cNvPr id="10" name="Shape 8">
            <a:extLst xmlns:a="http://schemas.openxmlformats.org/drawingml/2006/main">
              <a:ext uri="{FF2B5EF4-FFF2-40B4-BE49-F238E27FC236}">
                <a16:creationId xmlns:a16="http://schemas.microsoft.com/office/drawing/2014/main" id="{E0A56025-4F3E-437C-B6C0-1303FFE8600D}"/>
              </a:ext>
            </a:extLst>
          </p:cNvPr>
          <p:cNvSpPr>
            <a:spLocks xmlns:a="http://schemas.openxmlformats.org/drawingml/2006/main" noGrp="1"/>
          </p:cNvSpPr>
          <p:nvPr/>
        </p:nvSpPr>
        <p:spPr>
          <a:xfrm xmlns:a="http://schemas.openxmlformats.org/drawingml/2006/main">
            <a:off x="2741613" y="3562350"/>
            <a:ext cx="952500" cy="1841500"/>
          </a:xfrm>
          <a:custGeom xmlns:a="http://schemas.openxmlformats.org/drawingml/2006/main">
            <a:rect l="l" t="t" r="r" b="b"/>
            <a:pathLst>
              <a:path w="952500" h="1841500">
                <a:moveTo>
                  <a:pt x="50800" y="0"/>
                </a:moveTo>
                <a:lnTo>
                  <a:pt x="901700" y="0"/>
                </a:lnTo>
                <a:arcTo wR="50800" hR="50800" stAng="16200000" swAng="5400000"/>
                <a:lnTo>
                  <a:pt x="952500" y="1841500"/>
                </a:lnTo>
                <a:lnTo>
                  <a:pt x="0" y="1841500"/>
                </a:lnTo>
                <a:lnTo>
                  <a:pt x="0" y="50800"/>
                </a:lnTo>
                <a:arcTo wR="50800" hR="50800" stAng="10800000" swAng="5400000"/>
                <a:close/>
              </a:path>
            </a:pathLst>
          </a:custGeom>
          <a:solidFill xmlns:a="http://schemas.openxmlformats.org/drawingml/2006/main">
            <a:srgbClr val="8FA3B8"/>
          </a:solidFill>
        </p:spPr>
        <p:txBody>
          <a:bodyPr xmlns:a="http://schemas.openxmlformats.org/drawingml/2006/main"/>
          <a:lstStyle xmlns:a="http://schemas.openxmlformats.org/drawingml/2006/main"/>
          <a:p xmlns:a="http://schemas.openxmlformats.org/drawingml/2006/main">
            <a:endParaRPr/>
          </a:p>
        </p:txBody>
      </p:sp>
      <p:sp>
        <p:nvSpPr>
          <p:cNvPr id="11" name="Text 9">
            <a:extLst xmlns:a="http://schemas.openxmlformats.org/drawingml/2006/main">
              <a:ext uri="{FF2B5EF4-FFF2-40B4-BE49-F238E27FC236}">
                <a16:creationId xmlns:a16="http://schemas.microsoft.com/office/drawing/2014/main" id="{C5CCF5B7-7C8D-4DB8-A828-762385195D3E}"/>
              </a:ext>
            </a:extLst>
          </p:cNvPr>
          <p:cNvSpPr>
            <a:spLocks xmlns:a="http://schemas.openxmlformats.org/drawingml/2006/main" noGrp="1"/>
          </p:cNvSpPr>
          <p:nvPr/>
        </p:nvSpPr>
        <p:spPr>
          <a:xfrm xmlns:a="http://schemas.openxmlformats.org/drawingml/2006/main">
            <a:off x="2420293" y="5467350"/>
            <a:ext cx="1595041" cy="2159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500"/>
              </a:lnSpc>
              <a:buNone/>
            </a:pPr>
            <a:r>
              <a:rPr sz="1200">
                <a:solidFill>
                  <a:srgbClr val="55606B"/>
                </a:solidFill>
                <a:latin typeface="Arial"/>
                <a:ea typeface="Arial"/>
                <a:cs typeface="Arial"/>
              </a:rPr>
              <a:t>Logística 400k</a:t>
            </a:r>
            <a:endParaRPr sz="1200"/>
          </a:p>
        </p:txBody>
      </p:sp>
      <p:sp>
        <p:nvSpPr>
          <p:cNvPr id="12" name="Text 10">
            <a:extLst xmlns:a="http://schemas.openxmlformats.org/drawingml/2006/main">
              <a:ext uri="{FF2B5EF4-FFF2-40B4-BE49-F238E27FC236}">
                <a16:creationId xmlns:a16="http://schemas.microsoft.com/office/drawing/2014/main" id="{AC235E84-3B91-4740-954C-3AD6FE88633E}"/>
              </a:ext>
            </a:extLst>
          </p:cNvPr>
          <p:cNvSpPr>
            <a:spLocks xmlns:a="http://schemas.openxmlformats.org/drawingml/2006/main" noGrp="1"/>
          </p:cNvSpPr>
          <p:nvPr/>
        </p:nvSpPr>
        <p:spPr>
          <a:xfrm xmlns:a="http://schemas.openxmlformats.org/drawingml/2006/main">
            <a:off x="4289465" y="2908300"/>
            <a:ext cx="936546"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2380"/>
              </a:lnSpc>
              <a:buNone/>
            </a:pPr>
            <a:r>
              <a:rPr sz="1700" b="1">
                <a:solidFill>
                  <a:srgbClr val="16222F"/>
                </a:solidFill>
                <a:latin typeface="Arial"/>
                <a:ea typeface="Arial"/>
                <a:cs typeface="Arial"/>
              </a:rPr>
              <a:t>159.192</a:t>
            </a:r>
            <a:endParaRPr sz="1700"/>
          </a:p>
        </p:txBody>
      </p:sp>
      <p:sp>
        <p:nvSpPr>
          <p:cNvPr id="13" name="Shape 11">
            <a:extLst xmlns:a="http://schemas.openxmlformats.org/drawingml/2006/main">
              <a:ext uri="{FF2B5EF4-FFF2-40B4-BE49-F238E27FC236}">
                <a16:creationId xmlns:a16="http://schemas.microsoft.com/office/drawing/2014/main" id="{268B6128-83B3-4FE5-A16E-5C527A319DE3}"/>
              </a:ext>
            </a:extLst>
          </p:cNvPr>
          <p:cNvSpPr>
            <a:spLocks xmlns:a="http://schemas.openxmlformats.org/drawingml/2006/main" noGrp="1"/>
          </p:cNvSpPr>
          <p:nvPr/>
        </p:nvSpPr>
        <p:spPr>
          <a:xfrm xmlns:a="http://schemas.openxmlformats.org/drawingml/2006/main">
            <a:off x="4281488" y="3270250"/>
            <a:ext cx="952500" cy="1943100"/>
          </a:xfrm>
          <a:custGeom xmlns:a="http://schemas.openxmlformats.org/drawingml/2006/main">
            <a:rect l="l" t="t" r="r" b="b"/>
            <a:pathLst>
              <a:path w="952500" h="1943100">
                <a:moveTo>
                  <a:pt x="50800" y="0"/>
                </a:moveTo>
                <a:lnTo>
                  <a:pt x="901700" y="0"/>
                </a:lnTo>
                <a:arcTo wR="50800" hR="50800" stAng="16200000" swAng="5400000"/>
                <a:lnTo>
                  <a:pt x="952500" y="1943100"/>
                </a:lnTo>
                <a:lnTo>
                  <a:pt x="0" y="1943100"/>
                </a:lnTo>
                <a:lnTo>
                  <a:pt x="0" y="50800"/>
                </a:lnTo>
                <a:arcTo wR="50800" hR="50800" stAng="10800000" swAng="5400000"/>
                <a:close/>
              </a:path>
            </a:pathLst>
          </a:custGeom>
          <a:solidFill xmlns:a="http://schemas.openxmlformats.org/drawingml/2006/main">
            <a:srgbClr val="176B7B"/>
          </a:solidFill>
        </p:spPr>
        <p:txBody>
          <a:bodyPr xmlns:a="http://schemas.openxmlformats.org/drawingml/2006/main"/>
          <a:lstStyle xmlns:a="http://schemas.openxmlformats.org/drawingml/2006/main"/>
          <a:p xmlns:a="http://schemas.openxmlformats.org/drawingml/2006/main">
            <a:endParaRPr/>
          </a:p>
        </p:txBody>
      </p:sp>
      <p:sp>
        <p:nvSpPr>
          <p:cNvPr id="14" name="Text 12">
            <a:extLst xmlns:a="http://schemas.openxmlformats.org/drawingml/2006/main">
              <a:ext uri="{FF2B5EF4-FFF2-40B4-BE49-F238E27FC236}">
                <a16:creationId xmlns:a16="http://schemas.microsoft.com/office/drawing/2014/main" id="{67444F68-6596-4FEF-9A15-346E1CDFBBA6}"/>
              </a:ext>
            </a:extLst>
          </p:cNvPr>
          <p:cNvSpPr>
            <a:spLocks xmlns:a="http://schemas.openxmlformats.org/drawingml/2006/main" noGrp="1"/>
          </p:cNvSpPr>
          <p:nvPr/>
        </p:nvSpPr>
        <p:spPr>
          <a:xfrm xmlns:a="http://schemas.openxmlformats.org/drawingml/2006/main">
            <a:off x="4051300" y="5276850"/>
            <a:ext cx="1412875" cy="406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500"/>
              </a:lnSpc>
              <a:buNone/>
            </a:pPr>
            <a:r>
              <a:rPr sz="1200">
                <a:solidFill>
                  <a:srgbClr val="55606B"/>
                </a:solidFill>
                <a:latin typeface="Arial"/>
                <a:ea typeface="Arial"/>
                <a:cs typeface="Arial"/>
              </a:rPr>
              <a:t>Boosting 400k</a:t>
            </a:r>
            <a:endParaRPr sz="1200"/>
          </a:p>
        </p:txBody>
      </p:sp>
      <p:sp>
        <p:nvSpPr>
          <p:cNvPr id="15" name="Text 13">
            <a:extLst xmlns:a="http://schemas.openxmlformats.org/drawingml/2006/main">
              <a:ext uri="{FF2B5EF4-FFF2-40B4-BE49-F238E27FC236}">
                <a16:creationId xmlns:a16="http://schemas.microsoft.com/office/drawing/2014/main" id="{C84AFAD9-F8DB-4FAA-87E9-34724B8E1E89}"/>
              </a:ext>
            </a:extLst>
          </p:cNvPr>
          <p:cNvSpPr>
            <a:spLocks xmlns:a="http://schemas.openxmlformats.org/drawingml/2006/main" noGrp="1"/>
          </p:cNvSpPr>
          <p:nvPr/>
        </p:nvSpPr>
        <p:spPr>
          <a:xfrm xmlns:a="http://schemas.openxmlformats.org/drawingml/2006/main">
            <a:off x="5829340" y="2438400"/>
            <a:ext cx="936546"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2380"/>
              </a:lnSpc>
              <a:buNone/>
            </a:pPr>
            <a:r>
              <a:rPr sz="1700" b="1">
                <a:solidFill>
                  <a:srgbClr val="8A5A0A"/>
                </a:solidFill>
                <a:latin typeface="Arial"/>
                <a:ea typeface="Arial"/>
                <a:cs typeface="Arial"/>
              </a:rPr>
              <a:t>163.780</a:t>
            </a:r>
            <a:endParaRPr sz="1700"/>
          </a:p>
        </p:txBody>
      </p:sp>
      <p:sp>
        <p:nvSpPr>
          <p:cNvPr id="16" name="Shape 14">
            <a:extLst xmlns:a="http://schemas.openxmlformats.org/drawingml/2006/main">
              <a:ext uri="{FF2B5EF4-FFF2-40B4-BE49-F238E27FC236}">
                <a16:creationId xmlns:a16="http://schemas.microsoft.com/office/drawing/2014/main" id="{119D4E68-F093-4395-84BA-F6A98A71F8E1}"/>
              </a:ext>
            </a:extLst>
          </p:cNvPr>
          <p:cNvSpPr>
            <a:spLocks xmlns:a="http://schemas.openxmlformats.org/drawingml/2006/main" noGrp="1"/>
          </p:cNvSpPr>
          <p:nvPr/>
        </p:nvSpPr>
        <p:spPr>
          <a:xfrm xmlns:a="http://schemas.openxmlformats.org/drawingml/2006/main">
            <a:off x="5821363" y="2800350"/>
            <a:ext cx="952500" cy="2413000"/>
          </a:xfrm>
          <a:custGeom xmlns:a="http://schemas.openxmlformats.org/drawingml/2006/main">
            <a:rect l="l" t="t" r="r" b="b"/>
            <a:pathLst>
              <a:path w="952500" h="2413000">
                <a:moveTo>
                  <a:pt x="50800" y="0"/>
                </a:moveTo>
                <a:lnTo>
                  <a:pt x="901700" y="0"/>
                </a:lnTo>
                <a:arcTo wR="50800" hR="50800" stAng="16200000" swAng="5400000"/>
                <a:lnTo>
                  <a:pt x="952500" y="2413000"/>
                </a:lnTo>
                <a:lnTo>
                  <a:pt x="0" y="2413000"/>
                </a:lnTo>
                <a:lnTo>
                  <a:pt x="0" y="50800"/>
                </a:lnTo>
                <a:arcTo wR="50800" hR="50800" stAng="10800000" swAng="5400000"/>
                <a:close/>
              </a:path>
            </a:pathLst>
          </a:cu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17" name="Text 15">
            <a:extLst xmlns:a="http://schemas.openxmlformats.org/drawingml/2006/main">
              <a:ext uri="{FF2B5EF4-FFF2-40B4-BE49-F238E27FC236}">
                <a16:creationId xmlns:a16="http://schemas.microsoft.com/office/drawing/2014/main" id="{D5DFFA43-9240-4D3D-B99A-971CC2D66287}"/>
              </a:ext>
            </a:extLst>
          </p:cNvPr>
          <p:cNvSpPr>
            <a:spLocks xmlns:a="http://schemas.openxmlformats.org/drawingml/2006/main" noGrp="1"/>
          </p:cNvSpPr>
          <p:nvPr/>
        </p:nvSpPr>
        <p:spPr>
          <a:xfrm xmlns:a="http://schemas.openxmlformats.org/drawingml/2006/main">
            <a:off x="5591175" y="5276850"/>
            <a:ext cx="1412875" cy="406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500"/>
              </a:lnSpc>
              <a:buNone/>
            </a:pPr>
            <a:r>
              <a:rPr sz="1200" b="1">
                <a:solidFill>
                  <a:srgbClr val="16222F"/>
                </a:solidFill>
                <a:latin typeface="Arial"/>
                <a:ea typeface="Arial"/>
                <a:cs typeface="Arial"/>
              </a:rPr>
              <a:t>Gradient boosting (final)</a:t>
            </a:r>
            <a:endParaRPr sz="1200"/>
          </a:p>
        </p:txBody>
      </p:sp>
      <p:sp>
        <p:nvSpPr>
          <p:cNvPr id="18" name="Shape 16">
            <a:extLst xmlns:a="http://schemas.openxmlformats.org/drawingml/2006/main">
              <a:ext uri="{FF2B5EF4-FFF2-40B4-BE49-F238E27FC236}">
                <a16:creationId xmlns:a16="http://schemas.microsoft.com/office/drawing/2014/main" id="{2C8E5BE6-F252-483C-9AE7-27FE4A89D368}"/>
              </a:ext>
            </a:extLst>
          </p:cNvPr>
          <p:cNvSpPr>
            <a:spLocks xmlns:a="http://schemas.openxmlformats.org/drawingml/2006/main" noGrp="1"/>
          </p:cNvSpPr>
          <p:nvPr/>
        </p:nvSpPr>
        <p:spPr>
          <a:xfrm xmlns:a="http://schemas.openxmlformats.org/drawingml/2006/main">
            <a:off x="7518400" y="1943795"/>
            <a:ext cx="3860800" cy="1206302"/>
          </a:xfrm>
          <a:prstGeom xmlns:a="http://schemas.openxmlformats.org/drawingml/2006/main" prst="roundRect">
            <a:avLst>
              <a:gd name="adj" fmla="val 8422"/>
            </a:avLst>
          </a:prstGeom>
          <a:solidFill xmlns:a="http://schemas.openxmlformats.org/drawingml/2006/main">
            <a:srgbClr val="13243B"/>
          </a:solidFill>
        </p:spPr>
        <p:txBody>
          <a:bodyPr xmlns:a="http://schemas.openxmlformats.org/drawingml/2006/main"/>
          <a:lstStyle xmlns:a="http://schemas.openxmlformats.org/drawingml/2006/main"/>
          <a:p xmlns:a="http://schemas.openxmlformats.org/drawingml/2006/main">
            <a:endParaRPr/>
          </a:p>
        </p:txBody>
      </p:sp>
      <p:sp>
        <p:nvSpPr>
          <p:cNvPr id="19" name="Text 17">
            <a:extLst xmlns:a="http://schemas.openxmlformats.org/drawingml/2006/main">
              <a:ext uri="{FF2B5EF4-FFF2-40B4-BE49-F238E27FC236}">
                <a16:creationId xmlns:a16="http://schemas.microsoft.com/office/drawing/2014/main" id="{7405C7D9-D550-4853-9FE5-23D21D25180F}"/>
              </a:ext>
            </a:extLst>
          </p:cNvPr>
          <p:cNvSpPr>
            <a:spLocks xmlns:a="http://schemas.openxmlformats.org/drawingml/2006/main" noGrp="1"/>
          </p:cNvSpPr>
          <p:nvPr/>
        </p:nvSpPr>
        <p:spPr>
          <a:xfrm xmlns:a="http://schemas.openxmlformats.org/drawingml/2006/main">
            <a:off x="7696200" y="2096195"/>
            <a:ext cx="3610356" cy="46980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520"/>
              </a:lnSpc>
              <a:buNone/>
            </a:pPr>
            <a:r>
              <a:rPr sz="3200" b="1">
                <a:solidFill>
                  <a:srgbClr val="E9A23B"/>
                </a:solidFill>
                <a:latin typeface="Arial"/>
                <a:ea typeface="Arial"/>
                <a:cs typeface="Arial"/>
              </a:rPr>
              <a:t>41,52 %</a:t>
            </a:r>
            <a:endParaRPr sz="3200"/>
          </a:p>
        </p:txBody>
      </p:sp>
      <p:sp>
        <p:nvSpPr>
          <p:cNvPr id="20" name="Text 18">
            <a:extLst xmlns:a="http://schemas.openxmlformats.org/drawingml/2006/main">
              <a:ext uri="{FF2B5EF4-FFF2-40B4-BE49-F238E27FC236}">
                <a16:creationId xmlns:a16="http://schemas.microsoft.com/office/drawing/2014/main" id="{05E547AF-3949-425B-A5C5-2406EDEF08E1}"/>
              </a:ext>
            </a:extLst>
          </p:cNvPr>
          <p:cNvSpPr>
            <a:spLocks xmlns:a="http://schemas.openxmlformats.org/drawingml/2006/main" noGrp="1"/>
          </p:cNvSpPr>
          <p:nvPr/>
        </p:nvSpPr>
        <p:spPr>
          <a:xfrm xmlns:a="http://schemas.openxmlformats.org/drawingml/2006/main">
            <a:off x="7696200" y="2578695"/>
            <a:ext cx="3610356" cy="44440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300">
                <a:solidFill>
                  <a:srgbClr val="B8C4D2"/>
                </a:solidFill>
                <a:latin typeface="Arial"/>
                <a:ea typeface="Arial"/>
                <a:cs typeface="Arial"/>
              </a:rPr>
              <a:t>de los vuelos marcados se retrasó, frente a 21,65 % al azar</a:t>
            </a:r>
            <a:endParaRPr sz="1300"/>
          </a:p>
        </p:txBody>
      </p:sp>
      <p:sp>
        <p:nvSpPr>
          <p:cNvPr id="21" name="Shape 19">
            <a:extLst xmlns:a="http://schemas.openxmlformats.org/drawingml/2006/main">
              <a:ext uri="{FF2B5EF4-FFF2-40B4-BE49-F238E27FC236}">
                <a16:creationId xmlns:a16="http://schemas.microsoft.com/office/drawing/2014/main" id="{11A53D61-A748-4562-BCF6-2C64E7BADE61}"/>
              </a:ext>
            </a:extLst>
          </p:cNvPr>
          <p:cNvSpPr>
            <a:spLocks xmlns:a="http://schemas.openxmlformats.org/drawingml/2006/main" noGrp="1"/>
          </p:cNvSpPr>
          <p:nvPr/>
        </p:nvSpPr>
        <p:spPr>
          <a:xfrm xmlns:a="http://schemas.openxmlformats.org/drawingml/2006/main">
            <a:off x="7521575" y="3280271"/>
            <a:ext cx="3854450" cy="1212652"/>
          </a:xfrm>
          <a:prstGeom xmlns:a="http://schemas.openxmlformats.org/drawingml/2006/main" prst="roundRect">
            <a:avLst>
              <a:gd name="adj" fmla="val 8117"/>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Text 20">
            <a:extLst xmlns:a="http://schemas.openxmlformats.org/drawingml/2006/main">
              <a:ext uri="{FF2B5EF4-FFF2-40B4-BE49-F238E27FC236}">
                <a16:creationId xmlns:a16="http://schemas.microsoft.com/office/drawing/2014/main" id="{F2549015-C7F4-45C2-B1BB-DC6B623D660C}"/>
              </a:ext>
            </a:extLst>
          </p:cNvPr>
          <p:cNvSpPr>
            <a:spLocks xmlns:a="http://schemas.openxmlformats.org/drawingml/2006/main" noGrp="1"/>
          </p:cNvSpPr>
          <p:nvPr/>
        </p:nvSpPr>
        <p:spPr>
          <a:xfrm xmlns:a="http://schemas.openxmlformats.org/drawingml/2006/main">
            <a:off x="7702550" y="3435846"/>
            <a:ext cx="3597275" cy="46980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520"/>
              </a:lnSpc>
              <a:buNone/>
            </a:pPr>
            <a:r>
              <a:rPr sz="3200" b="1">
                <a:solidFill>
                  <a:srgbClr val="176B7B"/>
                </a:solidFill>
                <a:latin typeface="Arial"/>
                <a:ea typeface="Arial"/>
                <a:cs typeface="Arial"/>
              </a:rPr>
              <a:t>1,92×</a:t>
            </a:r>
            <a:endParaRPr sz="3200"/>
          </a:p>
        </p:txBody>
      </p:sp>
      <p:sp>
        <p:nvSpPr>
          <p:cNvPr id="23" name="Text 21">
            <a:extLst xmlns:a="http://schemas.openxmlformats.org/drawingml/2006/main">
              <a:ext uri="{FF2B5EF4-FFF2-40B4-BE49-F238E27FC236}">
                <a16:creationId xmlns:a16="http://schemas.microsoft.com/office/drawing/2014/main" id="{27097E9F-DD71-4039-800B-5702470A79AD}"/>
              </a:ext>
            </a:extLst>
          </p:cNvPr>
          <p:cNvSpPr>
            <a:spLocks xmlns:a="http://schemas.openxmlformats.org/drawingml/2006/main" noGrp="1"/>
          </p:cNvSpPr>
          <p:nvPr/>
        </p:nvSpPr>
        <p:spPr>
          <a:xfrm xmlns:a="http://schemas.openxmlformats.org/drawingml/2006/main">
            <a:off x="7702550" y="3918347"/>
            <a:ext cx="3597275" cy="44440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300">
                <a:solidFill>
                  <a:srgbClr val="55606B"/>
                </a:solidFill>
                <a:latin typeface="Arial"/>
                <a:ea typeface="Arial"/>
                <a:cs typeface="Arial"/>
              </a:rPr>
              <a:t>lift: el grupo marcado concentra casi el doble de retrasos</a:t>
            </a:r>
            <a:endParaRPr sz="1300"/>
          </a:p>
        </p:txBody>
      </p:sp>
      <p:sp>
        <p:nvSpPr>
          <p:cNvPr id="24" name="Shape 22">
            <a:extLst xmlns:a="http://schemas.openxmlformats.org/drawingml/2006/main">
              <a:ext uri="{FF2B5EF4-FFF2-40B4-BE49-F238E27FC236}">
                <a16:creationId xmlns:a16="http://schemas.microsoft.com/office/drawing/2014/main" id="{1A1857CC-A894-4048-9CD3-900C0A22A2D7}"/>
              </a:ext>
            </a:extLst>
          </p:cNvPr>
          <p:cNvSpPr>
            <a:spLocks xmlns:a="http://schemas.openxmlformats.org/drawingml/2006/main" noGrp="1"/>
          </p:cNvSpPr>
          <p:nvPr/>
        </p:nvSpPr>
        <p:spPr>
          <a:xfrm xmlns:a="http://schemas.openxmlformats.org/drawingml/2006/main">
            <a:off x="7521575" y="4626273"/>
            <a:ext cx="3854450" cy="1212652"/>
          </a:xfrm>
          <a:prstGeom xmlns:a="http://schemas.openxmlformats.org/drawingml/2006/main" prst="roundRect">
            <a:avLst>
              <a:gd name="adj" fmla="val 8117"/>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25" name="Text 23">
            <a:extLst xmlns:a="http://schemas.openxmlformats.org/drawingml/2006/main">
              <a:ext uri="{FF2B5EF4-FFF2-40B4-BE49-F238E27FC236}">
                <a16:creationId xmlns:a16="http://schemas.microsoft.com/office/drawing/2014/main" id="{2201CE62-9B2B-4999-8EB9-5E80A8C5B652}"/>
              </a:ext>
            </a:extLst>
          </p:cNvPr>
          <p:cNvSpPr>
            <a:spLocks xmlns:a="http://schemas.openxmlformats.org/drawingml/2006/main" noGrp="1"/>
          </p:cNvSpPr>
          <p:nvPr/>
        </p:nvSpPr>
        <p:spPr>
          <a:xfrm xmlns:a="http://schemas.openxmlformats.org/drawingml/2006/main">
            <a:off x="7702550" y="4781848"/>
            <a:ext cx="3597275" cy="46980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520"/>
              </a:lnSpc>
              <a:buNone/>
            </a:pPr>
            <a:r>
              <a:rPr sz="3200" b="1">
                <a:solidFill>
                  <a:srgbClr val="176B7B"/>
                </a:solidFill>
                <a:latin typeface="Arial"/>
                <a:ea typeface="Arial"/>
                <a:cs typeface="Arial"/>
              </a:rPr>
              <a:t>+2.600</a:t>
            </a:r>
            <a:endParaRPr sz="3200"/>
          </a:p>
        </p:txBody>
      </p:sp>
      <p:sp>
        <p:nvSpPr>
          <p:cNvPr id="26" name="Text 24">
            <a:extLst xmlns:a="http://schemas.openxmlformats.org/drawingml/2006/main">
              <a:ext uri="{FF2B5EF4-FFF2-40B4-BE49-F238E27FC236}">
                <a16:creationId xmlns:a16="http://schemas.microsoft.com/office/drawing/2014/main" id="{43B703A4-F5DF-454F-8251-EA86D5CF031C}"/>
              </a:ext>
            </a:extLst>
          </p:cNvPr>
          <p:cNvSpPr>
            <a:spLocks xmlns:a="http://schemas.openxmlformats.org/drawingml/2006/main" noGrp="1"/>
          </p:cNvSpPr>
          <p:nvPr/>
        </p:nvSpPr>
        <p:spPr>
          <a:xfrm xmlns:a="http://schemas.openxmlformats.org/drawingml/2006/main">
            <a:off x="7702550" y="5264348"/>
            <a:ext cx="3597275" cy="44440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300">
                <a:solidFill>
                  <a:srgbClr val="55606B"/>
                </a:solidFill>
                <a:latin typeface="Arial"/>
                <a:ea typeface="Arial"/>
                <a:cs typeface="Arial"/>
              </a:rPr>
              <a:t>retrasos adicionales de Boosting 400k frente a Logística 400k</a:t>
            </a:r>
            <a:endParaRPr sz="1300"/>
          </a:p>
        </p:txBody>
      </p:sp>
      <p:sp>
        <p:nvSpPr>
          <p:cNvPr id="27" name="Text 25">
            <a:extLst xmlns:a="http://schemas.openxmlformats.org/drawingml/2006/main">
              <a:ext uri="{FF2B5EF4-FFF2-40B4-BE49-F238E27FC236}">
                <a16:creationId xmlns:a16="http://schemas.microsoft.com/office/drawing/2014/main" id="{6FB73D9A-8DD4-40A1-B951-AB1B9BC734F8}"/>
              </a:ext>
            </a:extLst>
          </p:cNvPr>
          <p:cNvSpPr>
            <a:spLocks xmlns:a="http://schemas.openxmlformats.org/drawingml/2006/main" noGrp="1"/>
          </p:cNvSpPr>
          <p:nvPr/>
        </p:nvSpPr>
        <p:spPr>
          <a:xfrm xmlns:a="http://schemas.openxmlformats.org/drawingml/2006/main">
            <a:off x="812800" y="6242050"/>
            <a:ext cx="981075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55606B"/>
                </a:solidFill>
                <a:latin typeface="Arial"/>
                <a:ea typeface="Arial"/>
                <a:cs typeface="Arial"/>
              </a:rPr>
              <a:t>El 10 % es un escenario retrospectivo, no una cuota operativa. La comparación 400k usa misma muestra y periodos.</a:t>
            </a:r>
            <a:endParaRPr sz="1200"/>
          </a:p>
        </p:txBody>
      </p:sp>
      <p:sp>
        <p:nvSpPr>
          <p:cNvPr id="28" name="Text 26">
            <a:extLst xmlns:a="http://schemas.openxmlformats.org/drawingml/2006/main">
              <a:ext uri="{FF2B5EF4-FFF2-40B4-BE49-F238E27FC236}">
                <a16:creationId xmlns:a16="http://schemas.microsoft.com/office/drawing/2014/main" id="{7427F530-743D-4148-92FF-1FD19A1DD04B}"/>
              </a:ext>
            </a:extLst>
          </p:cNvPr>
          <p:cNvSpPr>
            <a:spLocks xmlns:a="http://schemas.openxmlformats.org/drawingml/2006/main" noGrp="1"/>
          </p:cNvSpPr>
          <p:nvPr/>
        </p:nvSpPr>
        <p:spPr>
          <a:xfrm xmlns:a="http://schemas.openxmlformats.org/drawingml/2006/main">
            <a:off x="10693400" y="6242050"/>
            <a:ext cx="685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55606B"/>
                </a:solidFill>
                <a:latin typeface="Arial"/>
                <a:ea typeface="Arial"/>
                <a:cs typeface="Arial"/>
              </a:rPr>
              <a:t>8</a:t>
            </a:r>
            <a:endParaRPr sz="1200"/>
          </a:p>
        </p:txBody>
      </p:sp>
    </p:spTree>
    <p:extLst>
      <p:ext uri="{BB962C8B-B14F-4D97-AF65-F5344CB8AC3E}">
        <p14:creationId xmlns:p14="http://schemas.microsoft.com/office/powerpoint/2010/main" val="57666595"/>
      </p:ext>
    </p:extLst>
  </p:cSld>
</p:sld>
</file>

<file path=ppt/slides/slide9.xml><?xml version="1.0" encoding="utf-8"?>
<p:sld xmlns:p="http://schemas.openxmlformats.org/presentationml/2006/main">
  <p:cSld>
    <p:bg>
      <p:bgPr>
        <a:solidFill xmlns:a="http://schemas.openxmlformats.org/drawingml/2006/main">
          <a:srgbClr val="13243B"/>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C3F04E3-1A09-4EBF-ADD4-5E5950C8C4AA}"/>
              </a:ext>
            </a:extLst>
          </p:cNvPr>
          <p:cNvSpPr>
            <a:spLocks xmlns:a="http://schemas.openxmlformats.org/drawingml/2006/main" noGrp="1"/>
          </p:cNvSpPr>
          <p:nvPr/>
        </p:nvSpPr>
        <p:spPr>
          <a:xfrm xmlns:a="http://schemas.openxmlformats.org/drawingml/2006/main">
            <a:off x="812800" y="812800"/>
            <a:ext cx="10883392" cy="273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b="1" spc="100">
                <a:solidFill>
                  <a:srgbClr val="E9A23B"/>
                </a:solidFill>
                <a:latin typeface="Arial"/>
                <a:ea typeface="Arial"/>
                <a:cs typeface="Arial"/>
              </a:rPr>
              <a:t>6 · LO QUE NO RESUELVE</a:t>
            </a:r>
            <a:endParaRPr sz="1400"/>
          </a:p>
        </p:txBody>
      </p:sp>
      <p:sp>
        <p:nvSpPr>
          <p:cNvPr id="3" name="Text 1">
            <a:extLst xmlns:a="http://schemas.openxmlformats.org/drawingml/2006/main">
              <a:ext uri="{FF2B5EF4-FFF2-40B4-BE49-F238E27FC236}">
                <a16:creationId xmlns:a16="http://schemas.microsoft.com/office/drawing/2014/main" id="{9D5AD82A-29CB-4171-9311-8F9E549962CC}"/>
              </a:ext>
            </a:extLst>
          </p:cNvPr>
          <p:cNvSpPr>
            <a:spLocks xmlns:a="http://schemas.openxmlformats.org/drawingml/2006/main" noGrp="1"/>
          </p:cNvSpPr>
          <p:nvPr>
            <p:ph type="title" idx="0"/>
          </p:nvPr>
        </p:nvSpPr>
        <p:spPr>
          <a:xfrm xmlns:a="http://schemas.openxmlformats.org/drawingml/2006/main">
            <a:off x="812800" y="1314450"/>
            <a:ext cx="10883392"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300"/>
              </a:lnSpc>
              <a:buNone/>
            </a:pPr>
            <a:r>
              <a:rPr sz="3000" b="1" i="0">
                <a:solidFill>
                  <a:srgbClr val="F5F3EC"/>
                </a:solidFill>
                <a:latin typeface="Arial"/>
                <a:ea typeface="Arial"/>
                <a:cs typeface="Arial"/>
              </a:rPr>
              <a:t>Una ayuda para ordenar, no una bola de cristal</a:t>
            </a:r>
            <a:endParaRPr sz="3000"/>
          </a:p>
        </p:txBody>
      </p:sp>
      <p:sp>
        <p:nvSpPr>
          <p:cNvPr id="4" name="Shape 2">
            <a:extLst xmlns:a="http://schemas.openxmlformats.org/drawingml/2006/main">
              <a:ext uri="{FF2B5EF4-FFF2-40B4-BE49-F238E27FC236}">
                <a16:creationId xmlns:a16="http://schemas.microsoft.com/office/drawing/2014/main" id="{2E3574D5-84CF-4A37-9003-74702A3A96CB}"/>
              </a:ext>
            </a:extLst>
          </p:cNvPr>
          <p:cNvSpPr>
            <a:spLocks xmlns:a="http://schemas.openxmlformats.org/drawingml/2006/main" noGrp="1"/>
          </p:cNvSpPr>
          <p:nvPr/>
        </p:nvSpPr>
        <p:spPr>
          <a:xfrm xmlns:a="http://schemas.openxmlformats.org/drawingml/2006/main">
            <a:off x="812800" y="1987550"/>
            <a:ext cx="3232150" cy="1822450"/>
          </a:xfrm>
          <a:prstGeom xmlns:a="http://schemas.openxmlformats.org/drawingml/2006/main" prst="roundRect">
            <a:avLst>
              <a:gd name="adj" fmla="val 5575"/>
            </a:avLst>
          </a:prstGeom>
          <a:solidFill xmlns:a="http://schemas.openxmlformats.org/drawingml/2006/main">
            <a:srgbClr val="1D3452"/>
          </a:solidFill>
        </p:spPr>
        <p:txBody>
          <a:bodyPr xmlns:a="http://schemas.openxmlformats.org/drawingml/2006/main"/>
          <a:lstStyle xmlns:a="http://schemas.openxmlformats.org/drawingml/2006/main"/>
          <a:p xmlns:a="http://schemas.openxmlformats.org/drawingml/2006/main">
            <a:endParaRPr/>
          </a:p>
        </p:txBody>
      </p:sp>
      <p:sp>
        <p:nvSpPr>
          <p:cNvPr id="5" name="Text 3">
            <a:extLst xmlns:a="http://schemas.openxmlformats.org/drawingml/2006/main">
              <a:ext uri="{FF2B5EF4-FFF2-40B4-BE49-F238E27FC236}">
                <a16:creationId xmlns:a16="http://schemas.microsoft.com/office/drawing/2014/main" id="{7552F61E-E1CB-4BDD-AEF1-9481EBC2B928}"/>
              </a:ext>
            </a:extLst>
          </p:cNvPr>
          <p:cNvSpPr>
            <a:spLocks xmlns:a="http://schemas.openxmlformats.org/drawingml/2006/main" noGrp="1"/>
          </p:cNvSpPr>
          <p:nvPr/>
        </p:nvSpPr>
        <p:spPr>
          <a:xfrm xmlns:a="http://schemas.openxmlformats.org/drawingml/2006/main">
            <a:off x="1016000" y="2190750"/>
            <a:ext cx="2910523" cy="635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4800"/>
              </a:lnSpc>
              <a:buNone/>
            </a:pPr>
            <a:r>
              <a:rPr sz="4800" b="1">
                <a:solidFill>
                  <a:srgbClr val="E9A23B"/>
                </a:solidFill>
                <a:latin typeface="Arial"/>
                <a:ea typeface="Arial"/>
                <a:cs typeface="Arial"/>
              </a:rPr>
              <a:t>80,8 %</a:t>
            </a:r>
            <a:endParaRPr sz="4800"/>
          </a:p>
        </p:txBody>
      </p:sp>
      <p:sp>
        <p:nvSpPr>
          <p:cNvPr id="6" name="Text 4">
            <a:extLst xmlns:a="http://schemas.openxmlformats.org/drawingml/2006/main">
              <a:ext uri="{FF2B5EF4-FFF2-40B4-BE49-F238E27FC236}">
                <a16:creationId xmlns:a16="http://schemas.microsoft.com/office/drawing/2014/main" id="{D81D4928-663A-4E33-805D-25BC4BE11A4D}"/>
              </a:ext>
            </a:extLst>
          </p:cNvPr>
          <p:cNvSpPr>
            <a:spLocks xmlns:a="http://schemas.openxmlformats.org/drawingml/2006/main" noGrp="1"/>
          </p:cNvSpPr>
          <p:nvPr/>
        </p:nvSpPr>
        <p:spPr>
          <a:xfrm xmlns:a="http://schemas.openxmlformats.org/drawingml/2006/main">
            <a:off x="1016000" y="2876550"/>
            <a:ext cx="2910523" cy="482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400">
                <a:solidFill>
                  <a:srgbClr val="F5F3EC"/>
                </a:solidFill>
                <a:latin typeface="Arial"/>
                <a:ea typeface="Arial"/>
                <a:cs typeface="Arial"/>
              </a:rPr>
              <a:t>En el escenario retrospectivo del 10 %</a:t>
            </a:r>
            <a:endParaRPr sz="1400"/>
          </a:p>
        </p:txBody>
      </p:sp>
      <p:sp>
        <p:nvSpPr>
          <p:cNvPr id="7" name="Text 5">
            <a:extLst xmlns:a="http://schemas.openxmlformats.org/drawingml/2006/main">
              <a:ext uri="{FF2B5EF4-FFF2-40B4-BE49-F238E27FC236}">
                <a16:creationId xmlns:a16="http://schemas.microsoft.com/office/drawing/2014/main" id="{D8162E8D-3B97-403F-A090-F889613F66EC}"/>
              </a:ext>
            </a:extLst>
          </p:cNvPr>
          <p:cNvSpPr>
            <a:spLocks xmlns:a="http://schemas.openxmlformats.org/drawingml/2006/main" noGrp="1"/>
          </p:cNvSpPr>
          <p:nvPr/>
        </p:nvSpPr>
        <p:spPr>
          <a:xfrm xmlns:a="http://schemas.openxmlformats.org/drawingml/2006/main">
            <a:off x="1016000" y="3409950"/>
            <a:ext cx="2910523" cy="2222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B8C4D2"/>
                </a:solidFill>
                <a:latin typeface="Arial"/>
                <a:ea typeface="Arial"/>
                <a:cs typeface="Arial"/>
              </a:rPr>
              <a:t>Recall de 19,18 %</a:t>
            </a:r>
            <a:endParaRPr sz="1200"/>
          </a:p>
        </p:txBody>
      </p:sp>
      <p:sp>
        <p:nvSpPr>
          <p:cNvPr id="8" name="Shape 6">
            <a:extLst xmlns:a="http://schemas.openxmlformats.org/drawingml/2006/main">
              <a:ext uri="{FF2B5EF4-FFF2-40B4-BE49-F238E27FC236}">
                <a16:creationId xmlns:a16="http://schemas.microsoft.com/office/drawing/2014/main" id="{7F550974-87AA-4ED5-9DE9-11ACA3537B4A}"/>
              </a:ext>
            </a:extLst>
          </p:cNvPr>
          <p:cNvSpPr>
            <a:spLocks xmlns:a="http://schemas.openxmlformats.org/drawingml/2006/main" noGrp="1"/>
          </p:cNvSpPr>
          <p:nvPr/>
        </p:nvSpPr>
        <p:spPr>
          <a:xfrm xmlns:a="http://schemas.openxmlformats.org/drawingml/2006/main">
            <a:off x="4197350" y="1987550"/>
            <a:ext cx="3232150" cy="1822450"/>
          </a:xfrm>
          <a:prstGeom xmlns:a="http://schemas.openxmlformats.org/drawingml/2006/main" prst="roundRect">
            <a:avLst>
              <a:gd name="adj" fmla="val 5575"/>
            </a:avLst>
          </a:prstGeom>
          <a:solidFill xmlns:a="http://schemas.openxmlformats.org/drawingml/2006/main">
            <a:srgbClr val="1D3452"/>
          </a:solidFill>
        </p:spPr>
        <p:txBody>
          <a:bodyPr xmlns:a="http://schemas.openxmlformats.org/drawingml/2006/main"/>
          <a:lstStyle xmlns:a="http://schemas.openxmlformats.org/drawingml/2006/main"/>
          <a:p xmlns:a="http://schemas.openxmlformats.org/drawingml/2006/main">
            <a:endParaRPr/>
          </a:p>
        </p:txBody>
      </p:sp>
      <p:sp>
        <p:nvSpPr>
          <p:cNvPr id="9" name="Text 7">
            <a:extLst xmlns:a="http://schemas.openxmlformats.org/drawingml/2006/main">
              <a:ext uri="{FF2B5EF4-FFF2-40B4-BE49-F238E27FC236}">
                <a16:creationId xmlns:a16="http://schemas.microsoft.com/office/drawing/2014/main" id="{50780CD4-0F4C-473E-B8A9-38D160847A36}"/>
              </a:ext>
            </a:extLst>
          </p:cNvPr>
          <p:cNvSpPr>
            <a:spLocks xmlns:a="http://schemas.openxmlformats.org/drawingml/2006/main" noGrp="1"/>
          </p:cNvSpPr>
          <p:nvPr/>
        </p:nvSpPr>
        <p:spPr>
          <a:xfrm xmlns:a="http://schemas.openxmlformats.org/drawingml/2006/main">
            <a:off x="4400550" y="2190750"/>
            <a:ext cx="2910523" cy="635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4800"/>
              </a:lnSpc>
              <a:buNone/>
            </a:pPr>
            <a:r>
              <a:rPr sz="4800" b="1">
                <a:solidFill>
                  <a:srgbClr val="E9A23B"/>
                </a:solidFill>
                <a:latin typeface="Arial"/>
                <a:ea typeface="Arial"/>
                <a:cs typeface="Arial"/>
              </a:rPr>
              <a:t>58,5 %</a:t>
            </a:r>
            <a:endParaRPr sz="4800"/>
          </a:p>
        </p:txBody>
      </p:sp>
      <p:sp>
        <p:nvSpPr>
          <p:cNvPr id="10" name="Text 8">
            <a:extLst xmlns:a="http://schemas.openxmlformats.org/drawingml/2006/main">
              <a:ext uri="{FF2B5EF4-FFF2-40B4-BE49-F238E27FC236}">
                <a16:creationId xmlns:a16="http://schemas.microsoft.com/office/drawing/2014/main" id="{134D6526-7118-44B2-A31F-1D84DB431474}"/>
              </a:ext>
            </a:extLst>
          </p:cNvPr>
          <p:cNvSpPr>
            <a:spLocks xmlns:a="http://schemas.openxmlformats.org/drawingml/2006/main" noGrp="1"/>
          </p:cNvSpPr>
          <p:nvPr/>
        </p:nvSpPr>
        <p:spPr>
          <a:xfrm xmlns:a="http://schemas.openxmlformats.org/drawingml/2006/main">
            <a:off x="4400550" y="2876550"/>
            <a:ext cx="2910523" cy="482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400">
                <a:solidFill>
                  <a:srgbClr val="F5F3EC"/>
                </a:solidFill>
                <a:latin typeface="Arial"/>
                <a:ea typeface="Arial"/>
                <a:cs typeface="Arial"/>
              </a:rPr>
              <a:t>de los vuelos marcados no se retrasa</a:t>
            </a:r>
            <a:endParaRPr sz="1400"/>
          </a:p>
        </p:txBody>
      </p:sp>
      <p:sp>
        <p:nvSpPr>
          <p:cNvPr id="11" name="Text 9">
            <a:extLst xmlns:a="http://schemas.openxmlformats.org/drawingml/2006/main">
              <a:ext uri="{FF2B5EF4-FFF2-40B4-BE49-F238E27FC236}">
                <a16:creationId xmlns:a16="http://schemas.microsoft.com/office/drawing/2014/main" id="{809800B5-B23A-4CFA-871E-DEF90208B525}"/>
              </a:ext>
            </a:extLst>
          </p:cNvPr>
          <p:cNvSpPr>
            <a:spLocks xmlns:a="http://schemas.openxmlformats.org/drawingml/2006/main" noGrp="1"/>
          </p:cNvSpPr>
          <p:nvPr/>
        </p:nvSpPr>
        <p:spPr>
          <a:xfrm xmlns:a="http://schemas.openxmlformats.org/drawingml/2006/main">
            <a:off x="4400550" y="3409950"/>
            <a:ext cx="2910523" cy="2222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B8C4D2"/>
                </a:solidFill>
                <a:latin typeface="Arial"/>
                <a:ea typeface="Arial"/>
                <a:cs typeface="Arial"/>
              </a:rPr>
              <a:t>Precisión de 41,52 %</a:t>
            </a:r>
            <a:endParaRPr sz="1200"/>
          </a:p>
        </p:txBody>
      </p:sp>
      <p:sp>
        <p:nvSpPr>
          <p:cNvPr id="12" name="Shape 10">
            <a:extLst xmlns:a="http://schemas.openxmlformats.org/drawingml/2006/main">
              <a:ext uri="{FF2B5EF4-FFF2-40B4-BE49-F238E27FC236}">
                <a16:creationId xmlns:a16="http://schemas.microsoft.com/office/drawing/2014/main" id="{F3F6DD9E-05FF-4381-91C9-C83EFF4BECC7}"/>
              </a:ext>
            </a:extLst>
          </p:cNvPr>
          <p:cNvSpPr>
            <a:spLocks xmlns:a="http://schemas.openxmlformats.org/drawingml/2006/main" noGrp="1"/>
          </p:cNvSpPr>
          <p:nvPr/>
        </p:nvSpPr>
        <p:spPr>
          <a:xfrm xmlns:a="http://schemas.openxmlformats.org/drawingml/2006/main">
            <a:off x="7581900" y="1987550"/>
            <a:ext cx="3797300" cy="1822450"/>
          </a:xfrm>
          <a:prstGeom xmlns:a="http://schemas.openxmlformats.org/drawingml/2006/main" prst="roundRect">
            <a:avLst>
              <a:gd name="adj" fmla="val 5575"/>
            </a:avLst>
          </a:prstGeom>
          <a:solidFill xmlns:a="http://schemas.openxmlformats.org/drawingml/2006/main">
            <a:srgbClr val="1D3452"/>
          </a:solidFill>
        </p:spPr>
        <p:txBody>
          <a:bodyPr xmlns:a="http://schemas.openxmlformats.org/drawingml/2006/main"/>
          <a:lstStyle xmlns:a="http://schemas.openxmlformats.org/drawingml/2006/main"/>
          <a:p xmlns:a="http://schemas.openxmlformats.org/drawingml/2006/main">
            <a:endParaRPr/>
          </a:p>
        </p:txBody>
      </p:sp>
      <p:sp>
        <p:nvSpPr>
          <p:cNvPr id="13" name="Text 11">
            <a:extLst xmlns:a="http://schemas.openxmlformats.org/drawingml/2006/main">
              <a:ext uri="{FF2B5EF4-FFF2-40B4-BE49-F238E27FC236}">
                <a16:creationId xmlns:a16="http://schemas.microsoft.com/office/drawing/2014/main" id="{F0C087AB-E6D0-4059-96B6-1BD7BD6D06FA}"/>
              </a:ext>
            </a:extLst>
          </p:cNvPr>
          <p:cNvSpPr>
            <a:spLocks xmlns:a="http://schemas.openxmlformats.org/drawingml/2006/main" noGrp="1"/>
          </p:cNvSpPr>
          <p:nvPr/>
        </p:nvSpPr>
        <p:spPr>
          <a:xfrm xmlns:a="http://schemas.openxmlformats.org/drawingml/2006/main">
            <a:off x="7785100" y="2190750"/>
            <a:ext cx="3492627" cy="254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400">
                <a:solidFill>
                  <a:srgbClr val="F5F3EC"/>
                </a:solidFill>
                <a:latin typeface="Arial"/>
                <a:ea typeface="Arial"/>
                <a:cs typeface="Arial"/>
              </a:rPr>
              <a:t>El modelo subestima la tasa global</a:t>
            </a:r>
            <a:endParaRPr sz="1400"/>
          </a:p>
        </p:txBody>
      </p:sp>
      <p:sp>
        <p:nvSpPr>
          <p:cNvPr id="14" name="Text 12">
            <a:extLst xmlns:a="http://schemas.openxmlformats.org/drawingml/2006/main">
              <a:ext uri="{FF2B5EF4-FFF2-40B4-BE49-F238E27FC236}">
                <a16:creationId xmlns:a16="http://schemas.microsoft.com/office/drawing/2014/main" id="{3A868A31-955B-463A-BBC6-27959DC13E6D}"/>
              </a:ext>
            </a:extLst>
          </p:cNvPr>
          <p:cNvSpPr>
            <a:spLocks xmlns:a="http://schemas.openxmlformats.org/drawingml/2006/main" noGrp="1"/>
          </p:cNvSpPr>
          <p:nvPr/>
        </p:nvSpPr>
        <p:spPr>
          <a:xfrm xmlns:a="http://schemas.openxmlformats.org/drawingml/2006/main">
            <a:off x="7785100" y="2520950"/>
            <a:ext cx="3492627"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B8C4D2"/>
                </a:solidFill>
                <a:latin typeface="Arial"/>
                <a:ea typeface="Arial"/>
                <a:cs typeface="Arial"/>
              </a:rPr>
              <a:t>Riesgo medio estimado · 16,79 %</a:t>
            </a:r>
            <a:endParaRPr sz="1200"/>
          </a:p>
        </p:txBody>
      </p:sp>
      <p:sp>
        <p:nvSpPr>
          <p:cNvPr id="15" name="Shape 13">
            <a:extLst xmlns:a="http://schemas.openxmlformats.org/drawingml/2006/main">
              <a:ext uri="{FF2B5EF4-FFF2-40B4-BE49-F238E27FC236}">
                <a16:creationId xmlns:a16="http://schemas.microsoft.com/office/drawing/2014/main" id="{BB38678F-623A-4674-B503-D8FAA4441268}"/>
              </a:ext>
            </a:extLst>
          </p:cNvPr>
          <p:cNvSpPr>
            <a:spLocks xmlns:a="http://schemas.openxmlformats.org/drawingml/2006/main" noGrp="1"/>
          </p:cNvSpPr>
          <p:nvPr/>
        </p:nvSpPr>
        <p:spPr>
          <a:xfrm xmlns:a="http://schemas.openxmlformats.org/drawingml/2006/main">
            <a:off x="7785100" y="2768600"/>
            <a:ext cx="1968500" cy="228600"/>
          </a:xfrm>
          <a:prstGeom xmlns:a="http://schemas.openxmlformats.org/drawingml/2006/main" prst="roundRect">
            <a:avLst>
              <a:gd name="adj" fmla="val 16667"/>
            </a:avLst>
          </a:prstGeom>
          <a:solidFill xmlns:a="http://schemas.openxmlformats.org/drawingml/2006/main">
            <a:srgbClr val="8FA3B8"/>
          </a:solidFill>
        </p:spPr>
        <p:txBody>
          <a:bodyPr xmlns:a="http://schemas.openxmlformats.org/drawingml/2006/main"/>
          <a:lstStyle xmlns:a="http://schemas.openxmlformats.org/drawingml/2006/main"/>
          <a:p xmlns:a="http://schemas.openxmlformats.org/drawingml/2006/main">
            <a:endParaRPr/>
          </a:p>
        </p:txBody>
      </p:sp>
      <p:sp>
        <p:nvSpPr>
          <p:cNvPr id="16" name="Text 14">
            <a:extLst xmlns:a="http://schemas.openxmlformats.org/drawingml/2006/main">
              <a:ext uri="{FF2B5EF4-FFF2-40B4-BE49-F238E27FC236}">
                <a16:creationId xmlns:a16="http://schemas.microsoft.com/office/drawing/2014/main" id="{F29190B8-3F0B-419E-9F81-F79FB0906860}"/>
              </a:ext>
            </a:extLst>
          </p:cNvPr>
          <p:cNvSpPr>
            <a:spLocks xmlns:a="http://schemas.openxmlformats.org/drawingml/2006/main" noGrp="1"/>
          </p:cNvSpPr>
          <p:nvPr/>
        </p:nvSpPr>
        <p:spPr>
          <a:xfrm xmlns:a="http://schemas.openxmlformats.org/drawingml/2006/main">
            <a:off x="7785100" y="3098800"/>
            <a:ext cx="3492627"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B8C4D2"/>
                </a:solidFill>
                <a:latin typeface="Arial"/>
                <a:ea typeface="Arial"/>
                <a:cs typeface="Arial"/>
              </a:rPr>
              <a:t>Tasa observada · 21,65 %</a:t>
            </a:r>
            <a:endParaRPr sz="1200"/>
          </a:p>
        </p:txBody>
      </p:sp>
      <p:sp>
        <p:nvSpPr>
          <p:cNvPr id="17" name="Shape 15">
            <a:extLst xmlns:a="http://schemas.openxmlformats.org/drawingml/2006/main">
              <a:ext uri="{FF2B5EF4-FFF2-40B4-BE49-F238E27FC236}">
                <a16:creationId xmlns:a16="http://schemas.microsoft.com/office/drawing/2014/main" id="{03ED988C-2493-4935-B20C-53D478651DB0}"/>
              </a:ext>
            </a:extLst>
          </p:cNvPr>
          <p:cNvSpPr>
            <a:spLocks xmlns:a="http://schemas.openxmlformats.org/drawingml/2006/main" noGrp="1"/>
          </p:cNvSpPr>
          <p:nvPr/>
        </p:nvSpPr>
        <p:spPr>
          <a:xfrm xmlns:a="http://schemas.openxmlformats.org/drawingml/2006/main">
            <a:off x="7785100" y="3346450"/>
            <a:ext cx="2540000" cy="228600"/>
          </a:xfrm>
          <a:prstGeom xmlns:a="http://schemas.openxmlformats.org/drawingml/2006/main" prst="roundRect">
            <a:avLst>
              <a:gd name="adj" fmla="val 16667"/>
            </a:avLst>
          </a:prstGeom>
          <a:solidFill xmlns:a="http://schemas.openxmlformats.org/drawingml/2006/main">
            <a:srgbClr val="E9A23B"/>
          </a:solidFill>
        </p:spPr>
        <p:txBody>
          <a:bodyPr xmlns:a="http://schemas.openxmlformats.org/drawingml/2006/main"/>
          <a:lstStyle xmlns:a="http://schemas.openxmlformats.org/drawingml/2006/main"/>
          <a:p xmlns:a="http://schemas.openxmlformats.org/drawingml/2006/main">
            <a:endParaRPr/>
          </a:p>
        </p:txBody>
      </p:sp>
      <p:sp>
        <p:nvSpPr>
          <p:cNvPr id="18" name="Text 16">
            <a:extLst xmlns:a="http://schemas.openxmlformats.org/drawingml/2006/main">
              <a:ext uri="{FF2B5EF4-FFF2-40B4-BE49-F238E27FC236}">
                <a16:creationId xmlns:a16="http://schemas.microsoft.com/office/drawing/2014/main" id="{D09E0A05-98D6-4FAC-BE48-F7F569D51EF8}"/>
              </a:ext>
            </a:extLst>
          </p:cNvPr>
          <p:cNvSpPr>
            <a:spLocks xmlns:a="http://schemas.openxmlformats.org/drawingml/2006/main" noGrp="1"/>
          </p:cNvSpPr>
          <p:nvPr/>
        </p:nvSpPr>
        <p:spPr>
          <a:xfrm xmlns:a="http://schemas.openxmlformats.org/drawingml/2006/main">
            <a:off x="812800" y="4064000"/>
            <a:ext cx="10883392" cy="279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25"/>
              </a:lnSpc>
              <a:buNone/>
            </a:pPr>
            <a:r>
              <a:rPr sz="1500">
                <a:solidFill>
                  <a:srgbClr val="F5F3EC"/>
                </a:solidFill>
                <a:latin typeface="Arial"/>
                <a:ea typeface="Arial"/>
                <a:cs typeface="Arial"/>
              </a:rPr>
              <a:t>· El escenario comparativo del 10 % capturó 19,18 % de retrasos; el sistema propuesto puntuaría todos los vuelos.</a:t>
            </a:r>
            <a:endParaRPr sz="1500"/>
          </a:p>
        </p:txBody>
      </p:sp>
      <p:sp>
        <p:nvSpPr>
          <p:cNvPr id="19" name="Text 17">
            <a:extLst xmlns:a="http://schemas.openxmlformats.org/drawingml/2006/main">
              <a:ext uri="{FF2B5EF4-FFF2-40B4-BE49-F238E27FC236}">
                <a16:creationId xmlns:a16="http://schemas.microsoft.com/office/drawing/2014/main" id="{B23B059A-8F90-4C70-9163-F12A614D38DA}"/>
              </a:ext>
            </a:extLst>
          </p:cNvPr>
          <p:cNvSpPr>
            <a:spLocks xmlns:a="http://schemas.openxmlformats.org/drawingml/2006/main" noGrp="1"/>
          </p:cNvSpPr>
          <p:nvPr/>
        </p:nvSpPr>
        <p:spPr>
          <a:xfrm xmlns:a="http://schemas.openxmlformats.org/drawingml/2006/main">
            <a:off x="812800" y="4406900"/>
            <a:ext cx="10883392" cy="279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25"/>
              </a:lnSpc>
              <a:buNone/>
            </a:pPr>
            <a:r>
              <a:rPr sz="1500">
                <a:solidFill>
                  <a:srgbClr val="F5F3EC"/>
                </a:solidFill>
                <a:latin typeface="Arial"/>
                <a:ea typeface="Arial"/>
                <a:cs typeface="Arial"/>
              </a:rPr>
              <a:t>· 2022 ya se consultó durante el desarrollo: no es una prueba final independiente.</a:t>
            </a:r>
            <a:endParaRPr sz="1500"/>
          </a:p>
        </p:txBody>
      </p:sp>
      <p:sp>
        <p:nvSpPr>
          <p:cNvPr id="20" name="Text 18">
            <a:extLst xmlns:a="http://schemas.openxmlformats.org/drawingml/2006/main">
              <a:ext uri="{FF2B5EF4-FFF2-40B4-BE49-F238E27FC236}">
                <a16:creationId xmlns:a16="http://schemas.microsoft.com/office/drawing/2014/main" id="{99CBE856-3AE3-4397-ABC9-7D3637E90FFE}"/>
              </a:ext>
            </a:extLst>
          </p:cNvPr>
          <p:cNvSpPr>
            <a:spLocks xmlns:a="http://schemas.openxmlformats.org/drawingml/2006/main" noGrp="1"/>
          </p:cNvSpPr>
          <p:nvPr/>
        </p:nvSpPr>
        <p:spPr>
          <a:xfrm xmlns:a="http://schemas.openxmlformats.org/drawingml/2006/main">
            <a:off x="812800" y="4749800"/>
            <a:ext cx="10883392" cy="279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25"/>
              </a:lnSpc>
              <a:buNone/>
            </a:pPr>
            <a:r>
              <a:rPr sz="1500">
                <a:solidFill>
                  <a:srgbClr val="F5F3EC"/>
                </a:solidFill>
                <a:latin typeface="Arial"/>
                <a:ea typeface="Arial"/>
                <a:cs typeface="Arial"/>
              </a:rPr>
              <a:t>· No demostramos que actuar sobre una alerta evite el retraso ni que genere ahorro.</a:t>
            </a:r>
            <a:endParaRPr sz="1500"/>
          </a:p>
        </p:txBody>
      </p:sp>
      <p:sp>
        <p:nvSpPr>
          <p:cNvPr id="21" name="Text 19">
            <a:extLst xmlns:a="http://schemas.openxmlformats.org/drawingml/2006/main">
              <a:ext uri="{FF2B5EF4-FFF2-40B4-BE49-F238E27FC236}">
                <a16:creationId xmlns:a16="http://schemas.microsoft.com/office/drawing/2014/main" id="{3C6AF454-7F03-41AE-AFB7-8AE210AA52C1}"/>
              </a:ext>
            </a:extLst>
          </p:cNvPr>
          <p:cNvSpPr>
            <a:spLocks xmlns:a="http://schemas.openxmlformats.org/drawingml/2006/main" noGrp="1"/>
          </p:cNvSpPr>
          <p:nvPr/>
        </p:nvSpPr>
        <p:spPr>
          <a:xfrm xmlns:a="http://schemas.openxmlformats.org/drawingml/2006/main">
            <a:off x="812800" y="6242050"/>
            <a:ext cx="981075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B8C4D2"/>
                </a:solidFill>
                <a:latin typeface="Arial"/>
                <a:ea typeface="Arial"/>
                <a:cs typeface="Arial"/>
              </a:rPr>
              <a:t>Datos de EE. UU.; propuesta para Colombia · evaluación adicional enero–julio 2022</a:t>
            </a:r>
            <a:endParaRPr sz="1200"/>
          </a:p>
        </p:txBody>
      </p:sp>
      <p:sp>
        <p:nvSpPr>
          <p:cNvPr id="22" name="Text 20">
            <a:extLst xmlns:a="http://schemas.openxmlformats.org/drawingml/2006/main">
              <a:ext uri="{FF2B5EF4-FFF2-40B4-BE49-F238E27FC236}">
                <a16:creationId xmlns:a16="http://schemas.microsoft.com/office/drawing/2014/main" id="{51534752-81C7-4320-A176-C1BF9E473534}"/>
              </a:ext>
            </a:extLst>
          </p:cNvPr>
          <p:cNvSpPr>
            <a:spLocks xmlns:a="http://schemas.openxmlformats.org/drawingml/2006/main" noGrp="1"/>
          </p:cNvSpPr>
          <p:nvPr/>
        </p:nvSpPr>
        <p:spPr>
          <a:xfrm xmlns:a="http://schemas.openxmlformats.org/drawingml/2006/main">
            <a:off x="10693400" y="6242050"/>
            <a:ext cx="685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B8C4D2"/>
                </a:solidFill>
                <a:latin typeface="Arial"/>
                <a:ea typeface="Arial"/>
                <a:cs typeface="Arial"/>
              </a:rPr>
              <a:t>9</a:t>
            </a:r>
            <a:endParaRPr sz="1200"/>
          </a:p>
        </p:txBody>
      </p:sp>
    </p:spTree>
    <p:extLst>
      <p:ext uri="{BB962C8B-B14F-4D97-AF65-F5344CB8AC3E}">
        <p14:creationId xmlns:p14="http://schemas.microsoft.com/office/powerpoint/2010/main" val="1545577879"/>
      </p:ext>
    </p:extLst>
  </p:cSld>
</p:sld>
</file>

<file path=ppt/slides/slide10.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8" name="dask-section">
            <a:extLst xmlns:a="http://schemas.openxmlformats.org/drawingml/2006/main">
              <a:ext uri="{FF2B5EF4-FFF2-40B4-BE49-F238E27FC236}">
                <a16:creationId xmlns:a16="http://schemas.microsoft.com/office/drawing/2014/main" id="{8B4012F9-583A-42FC-B7BC-24A0322A9D97}"/>
              </a:ext>
            </a:extLst>
          </p:cNvPr>
          <p:cNvSpPr>
            <a:spLocks xmlns:a="http://schemas.openxmlformats.org/drawingml/2006/main" noGrp="1"/>
          </p:cNvSpPr>
          <p:nvPr/>
        </p:nvSpPr>
        <p:spPr>
          <a:xfrm xmlns:a="http://schemas.openxmlformats.org/drawingml/2006/main">
            <a:off x="812768" y="812768"/>
            <a:ext cx="1088336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defPPr>
              <a:defRPr sz="1400" b="1">
                <a:solidFill>
                  <a:srgbClr val="176B7B"/>
                </a:solidFill>
                <a:latin typeface="Arial"/>
                <a:ea typeface="Arial"/>
                <a:cs typeface="Arial"/>
              </a:defRPr>
            </a:defPPr>
            <a:lvl1pPr>
              <a:defRPr sz="1400" b="1">
                <a:solidFill>
                  <a:srgbClr val="176B7B"/>
                </a:solidFill>
                <a:latin typeface="Arial"/>
                <a:ea typeface="Arial"/>
                <a:cs typeface="Arial"/>
              </a:defRPr>
            </a:lvl1pPr>
            <a:lvl2pPr>
              <a:defRPr sz="1400" b="1">
                <a:solidFill>
                  <a:srgbClr val="176B7B"/>
                </a:solidFill>
                <a:latin typeface="Arial"/>
                <a:ea typeface="Arial"/>
                <a:cs typeface="Arial"/>
              </a:defRPr>
            </a:lvl2pPr>
            <a:lvl3pPr>
              <a:defRPr sz="1400" b="1">
                <a:solidFill>
                  <a:srgbClr val="176B7B"/>
                </a:solidFill>
                <a:latin typeface="Arial"/>
                <a:ea typeface="Arial"/>
                <a:cs typeface="Arial"/>
              </a:defRPr>
            </a:lvl3pPr>
            <a:lvl4pPr>
              <a:defRPr sz="1400" b="1">
                <a:solidFill>
                  <a:srgbClr val="176B7B"/>
                </a:solidFill>
                <a:latin typeface="Arial"/>
                <a:ea typeface="Arial"/>
                <a:cs typeface="Arial"/>
              </a:defRPr>
            </a:lvl4pPr>
            <a:lvl5pPr>
              <a:defRPr sz="1400" b="1">
                <a:solidFill>
                  <a:srgbClr val="176B7B"/>
                </a:solidFill>
                <a:latin typeface="Arial"/>
                <a:ea typeface="Arial"/>
                <a:cs typeface="Arial"/>
              </a:defRPr>
            </a:lvl5pPr>
            <a:lvl6pPr>
              <a:defRPr sz="1400" b="1">
                <a:solidFill>
                  <a:srgbClr val="176B7B"/>
                </a:solidFill>
                <a:latin typeface="Arial"/>
                <a:ea typeface="Arial"/>
                <a:cs typeface="Arial"/>
              </a:defRPr>
            </a:lvl6pPr>
            <a:lvl7pPr>
              <a:defRPr sz="1400" b="1">
                <a:solidFill>
                  <a:srgbClr val="176B7B"/>
                </a:solidFill>
                <a:latin typeface="Arial"/>
                <a:ea typeface="Arial"/>
                <a:cs typeface="Arial"/>
              </a:defRPr>
            </a:lvl7pPr>
            <a:lvl8pPr>
              <a:defRPr sz="1400" b="1">
                <a:solidFill>
                  <a:srgbClr val="176B7B"/>
                </a:solidFill>
                <a:latin typeface="Arial"/>
                <a:ea typeface="Arial"/>
                <a:cs typeface="Arial"/>
              </a:defRPr>
            </a:lvl8pPr>
            <a:lvl9pPr>
              <a:defRPr sz="1400" b="1">
                <a:solidFill>
                  <a:srgbClr val="176B7B"/>
                </a:solidFill>
                <a:latin typeface="Arial"/>
                <a:ea typeface="Arial"/>
                <a:cs typeface="Arial"/>
              </a:defRPr>
            </a:lvl9pPr>
          </a:lstStyle>
          <a:p xmlns:a="http://schemas.openxmlformats.org/drawingml/2006/main">
            <a:pPr>
              <a:defRPr sz="1400" b="1">
                <a:solidFill>
                  <a:srgbClr val="176B7B"/>
                </a:solidFill>
                <a:latin typeface="Arial"/>
                <a:ea typeface="Arial"/>
                <a:cs typeface="Arial"/>
              </a:defRPr>
            </a:pPr>
            <a:r>
              <a:rPr sz="1400" b="1">
                <a:solidFill>
                  <a:srgbClr val="176B7B"/>
                </a:solidFill>
                <a:latin typeface="Arial"/>
                <a:ea typeface="Arial"/>
                <a:cs typeface="Arial"/>
              </a:rPr>
              <a:t>7 · PROCESAMIENTO DISTRIBUIDO CON DASK</a:t>
            </a:r>
          </a:p>
        </p:txBody>
      </p:sp>
      <p:sp>
        <p:nvSpPr>
          <p:cNvPr id="2" name="dask-title">
            <a:extLst xmlns:a="http://schemas.openxmlformats.org/drawingml/2006/main">
              <a:ext uri="{FF2B5EF4-FFF2-40B4-BE49-F238E27FC236}">
                <a16:creationId xmlns:a16="http://schemas.microsoft.com/office/drawing/2014/main" id="{EAE9C9C8-8353-40EB-86F0-179200228EF6}"/>
              </a:ext>
            </a:extLst>
          </p:cNvPr>
          <p:cNvSpPr>
            <a:spLocks xmlns:a="http://schemas.openxmlformats.org/drawingml/2006/main" noGrp="1"/>
          </p:cNvSpPr>
          <p:nvPr/>
        </p:nvSpPr>
        <p:spPr>
          <a:xfrm xmlns:a="http://schemas.openxmlformats.org/drawingml/2006/main">
            <a:off x="812768" y="1304735"/>
            <a:ext cx="1088336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defPPr>
              <a:defRPr sz="2906" b="1">
                <a:solidFill>
                  <a:srgbClr val="16222F"/>
                </a:solidFill>
                <a:latin typeface="Arial"/>
                <a:ea typeface="Arial"/>
                <a:cs typeface="Arial"/>
              </a:defRPr>
            </a:defPPr>
            <a:lvl1pPr>
              <a:defRPr sz="2906" b="1">
                <a:solidFill>
                  <a:srgbClr val="16222F"/>
                </a:solidFill>
                <a:latin typeface="Arial"/>
                <a:ea typeface="Arial"/>
                <a:cs typeface="Arial"/>
              </a:defRPr>
            </a:lvl1pPr>
            <a:lvl2pPr>
              <a:defRPr sz="2906" b="1">
                <a:solidFill>
                  <a:srgbClr val="16222F"/>
                </a:solidFill>
                <a:latin typeface="Arial"/>
                <a:ea typeface="Arial"/>
                <a:cs typeface="Arial"/>
              </a:defRPr>
            </a:lvl2pPr>
            <a:lvl3pPr>
              <a:defRPr sz="2906" b="1">
                <a:solidFill>
                  <a:srgbClr val="16222F"/>
                </a:solidFill>
                <a:latin typeface="Arial"/>
                <a:ea typeface="Arial"/>
                <a:cs typeface="Arial"/>
              </a:defRPr>
            </a:lvl3pPr>
            <a:lvl4pPr>
              <a:defRPr sz="2906" b="1">
                <a:solidFill>
                  <a:srgbClr val="16222F"/>
                </a:solidFill>
                <a:latin typeface="Arial"/>
                <a:ea typeface="Arial"/>
                <a:cs typeface="Arial"/>
              </a:defRPr>
            </a:lvl4pPr>
            <a:lvl5pPr>
              <a:defRPr sz="2906" b="1">
                <a:solidFill>
                  <a:srgbClr val="16222F"/>
                </a:solidFill>
                <a:latin typeface="Arial"/>
                <a:ea typeface="Arial"/>
                <a:cs typeface="Arial"/>
              </a:defRPr>
            </a:lvl5pPr>
            <a:lvl6pPr>
              <a:defRPr sz="2906" b="1">
                <a:solidFill>
                  <a:srgbClr val="16222F"/>
                </a:solidFill>
                <a:latin typeface="Arial"/>
                <a:ea typeface="Arial"/>
                <a:cs typeface="Arial"/>
              </a:defRPr>
            </a:lvl6pPr>
            <a:lvl7pPr>
              <a:defRPr sz="2906" b="1">
                <a:solidFill>
                  <a:srgbClr val="16222F"/>
                </a:solidFill>
                <a:latin typeface="Arial"/>
                <a:ea typeface="Arial"/>
                <a:cs typeface="Arial"/>
              </a:defRPr>
            </a:lvl7pPr>
            <a:lvl8pPr>
              <a:defRPr sz="2906" b="1">
                <a:solidFill>
                  <a:srgbClr val="16222F"/>
                </a:solidFill>
                <a:latin typeface="Arial"/>
                <a:ea typeface="Arial"/>
                <a:cs typeface="Arial"/>
              </a:defRPr>
            </a:lvl8pPr>
            <a:lvl9pPr>
              <a:defRPr sz="2906" b="1">
                <a:solidFill>
                  <a:srgbClr val="16222F"/>
                </a:solidFill>
                <a:latin typeface="Arial"/>
                <a:ea typeface="Arial"/>
                <a:cs typeface="Arial"/>
              </a:defRPr>
            </a:lvl9pPr>
          </a:lstStyle>
          <a:p xmlns:a="http://schemas.openxmlformats.org/drawingml/2006/main">
            <a:pPr>
              <a:defRPr sz="2906" b="1">
                <a:solidFill>
                  <a:srgbClr val="16222F"/>
                </a:solidFill>
                <a:latin typeface="Arial"/>
                <a:ea typeface="Arial"/>
                <a:cs typeface="Arial"/>
              </a:defRPr>
            </a:pPr>
            <a:r>
              <a:rPr sz="2906" b="1">
                <a:solidFill>
                  <a:srgbClr val="16222F"/>
                </a:solidFill>
                <a:latin typeface="Arial"/>
                <a:ea typeface="Arial"/>
                <a:cs typeface="Arial"/>
              </a:rPr>
              <a:t>Configuraciones de procesamiento</a:t>
            </a:r>
          </a:p>
        </p:txBody>
      </p:sp>
      <p:sp>
        <p:nvSpPr>
          <p:cNvPr id="3" name="dask-intro">
            <a:extLst xmlns:a="http://schemas.openxmlformats.org/drawingml/2006/main">
              <a:ext uri="{FF2B5EF4-FFF2-40B4-BE49-F238E27FC236}">
                <a16:creationId xmlns:a16="http://schemas.microsoft.com/office/drawing/2014/main" id="{AB1B4CAC-F7F3-4761-81E3-876CFD16DAD4}"/>
              </a:ext>
            </a:extLst>
          </p:cNvPr>
          <p:cNvSpPr>
            <a:spLocks xmlns:a="http://schemas.openxmlformats.org/drawingml/2006/main" noGrp="1"/>
          </p:cNvSpPr>
          <p:nvPr/>
        </p:nvSpPr>
        <p:spPr>
          <a:xfrm xmlns:a="http://schemas.openxmlformats.org/drawingml/2006/main">
            <a:off x="812768" y="192405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defPPr>
              <a:defRPr sz="1650">
                <a:solidFill>
                  <a:srgbClr val="16222F"/>
                </a:solidFill>
                <a:latin typeface="Arial"/>
                <a:ea typeface="Arial"/>
                <a:cs typeface="Arial"/>
              </a:defRPr>
            </a:defPPr>
            <a:lvl1pPr>
              <a:defRPr sz="1650">
                <a:solidFill>
                  <a:srgbClr val="16222F"/>
                </a:solidFill>
                <a:latin typeface="Arial"/>
                <a:ea typeface="Arial"/>
                <a:cs typeface="Arial"/>
              </a:defRPr>
            </a:lvl1pPr>
            <a:lvl2pPr>
              <a:defRPr sz="1650">
                <a:solidFill>
                  <a:srgbClr val="16222F"/>
                </a:solidFill>
                <a:latin typeface="Arial"/>
                <a:ea typeface="Arial"/>
                <a:cs typeface="Arial"/>
              </a:defRPr>
            </a:lvl2pPr>
            <a:lvl3pPr>
              <a:defRPr sz="1650">
                <a:solidFill>
                  <a:srgbClr val="16222F"/>
                </a:solidFill>
                <a:latin typeface="Arial"/>
                <a:ea typeface="Arial"/>
                <a:cs typeface="Arial"/>
              </a:defRPr>
            </a:lvl3pPr>
            <a:lvl4pPr>
              <a:defRPr sz="1650">
                <a:solidFill>
                  <a:srgbClr val="16222F"/>
                </a:solidFill>
                <a:latin typeface="Arial"/>
                <a:ea typeface="Arial"/>
                <a:cs typeface="Arial"/>
              </a:defRPr>
            </a:lvl4pPr>
            <a:lvl5pPr>
              <a:defRPr sz="1650">
                <a:solidFill>
                  <a:srgbClr val="16222F"/>
                </a:solidFill>
                <a:latin typeface="Arial"/>
                <a:ea typeface="Arial"/>
                <a:cs typeface="Arial"/>
              </a:defRPr>
            </a:lvl5pPr>
            <a:lvl6pPr>
              <a:defRPr sz="1650">
                <a:solidFill>
                  <a:srgbClr val="16222F"/>
                </a:solidFill>
                <a:latin typeface="Arial"/>
                <a:ea typeface="Arial"/>
                <a:cs typeface="Arial"/>
              </a:defRPr>
            </a:lvl6pPr>
            <a:lvl7pPr>
              <a:defRPr sz="1650">
                <a:solidFill>
                  <a:srgbClr val="16222F"/>
                </a:solidFill>
                <a:latin typeface="Arial"/>
                <a:ea typeface="Arial"/>
                <a:cs typeface="Arial"/>
              </a:defRPr>
            </a:lvl7pPr>
            <a:lvl8pPr>
              <a:defRPr sz="1650">
                <a:solidFill>
                  <a:srgbClr val="16222F"/>
                </a:solidFill>
                <a:latin typeface="Arial"/>
                <a:ea typeface="Arial"/>
                <a:cs typeface="Arial"/>
              </a:defRPr>
            </a:lvl8pPr>
            <a:lvl9pPr>
              <a:defRPr sz="1650">
                <a:solidFill>
                  <a:srgbClr val="16222F"/>
                </a:solidFill>
                <a:latin typeface="Arial"/>
                <a:ea typeface="Arial"/>
                <a:cs typeface="Arial"/>
              </a:defRPr>
            </a:lvl9pPr>
          </a:lstStyle>
          <a:p xmlns:a="http://schemas.openxmlformats.org/drawingml/2006/main">
            <a:pPr>
              <a:defRPr sz="1650">
                <a:solidFill>
                  <a:srgbClr val="16222F"/>
                </a:solidFill>
                <a:latin typeface="Arial"/>
                <a:ea typeface="Arial"/>
                <a:cs typeface="Arial"/>
              </a:defRPr>
            </a:pPr>
            <a:r>
              <a:rPr sz="1650">
                <a:solidFill>
                  <a:srgbClr val="16222F"/>
                </a:solidFill>
                <a:latin typeface="Arial"/>
                <a:ea typeface="Arial"/>
                <a:cs typeface="Arial"/>
              </a:rPr>
              <a:t>Comparamos la misma agregación sobre la base preparada sin 2020.</a:t>
            </a:r>
          </a:p>
        </p:txBody>
      </p:sp>
      <p:graphicFrame>
        <p:nvGraphicFramePr>
          <p:cNvPr id="4" name="">
            <a:extLst xmlns:a="http://schemas.openxmlformats.org/drawingml/2006/main">
              <a:ext uri="{FF2B5EF4-FFF2-40B4-BE49-F238E27FC236}">
                <a16:creationId xmlns:a16="http://schemas.microsoft.com/office/drawing/2014/main" id="{8FDE5309-0E5F-4468-BD46-EAB40C23D835}"/>
              </a:ext>
            </a:extLst>
          </p:cNvPr>
          <p:cNvGraphicFramePr/>
          <p:nvPr/>
        </p:nvGraphicFramePr>
        <p:xfrm>
          <a:off xmlns:a="http://schemas.openxmlformats.org/drawingml/2006/main" x="812768" y="2619375"/>
          <a:ext xmlns:a="http://schemas.openxmlformats.org/drawingml/2006/main" cx="10572750" cy="1952625"/>
        </p:xfrm>
        <a:graphic xmlns:a="http://schemas.openxmlformats.org/drawingml/2006/main">
          <a:graphicData uri="http://schemas.openxmlformats.org/drawingml/2006/table">
            <a:tbl>
              <a:tblPr firstRow="1" bandRow="1"/>
              <a:tblGrid>
                <a:gridCol w="1238250"/>
                <a:gridCol w="1714500"/>
                <a:gridCol w="1619250"/>
                <a:gridCol w="1905000"/>
                <a:gridCol w="1714500"/>
                <a:gridCol w="1524000"/>
              </a:tblGrid>
              <a:tr h="714375">
                <a:tc>
                  <a:txBody>
                    <a:bodyPr/>
                    <a:lstStyle/>
                    <a:p>
                      <a:r>
                        <a:rPr sz="1350" b="1">
                          <a:solidFill>
                            <a:srgbClr val="FFFFFF"/>
                          </a:solidFill>
                        </a:rPr>
                        <a:t>Config.</a:t>
                      </a:r>
                    </a:p>
                  </a:txBody>
                  <a:tcPr marL="91440" marR="91440" marT="45720" marB="45720">
                    <a:lnL w="9525">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176B7B"/>
                    </a:solidFill>
                  </a:tcPr>
                </a:tc>
                <a:tc>
                  <a:txBody>
                    <a:bodyPr/>
                    <a:lstStyle/>
                    <a:p>
                      <a:r>
                        <a:rPr sz="1350" b="1">
                          <a:solidFill>
                            <a:srgbClr val="FFFFFF"/>
                          </a:solidFill>
                        </a:rPr>
                        <a:t>Procesos worker</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176B7B"/>
                    </a:solidFill>
                  </a:tcPr>
                </a:tc>
                <a:tc>
                  <a:txBody>
                    <a:bodyPr/>
                    <a:lstStyle/>
                    <a:p>
                      <a:r>
                        <a:rPr sz="1350" b="1">
                          <a:solidFill>
                            <a:srgbClr val="FFFFFF"/>
                          </a:solidFill>
                        </a:rPr>
                        <a:t>Hilos por proceso</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176B7B"/>
                    </a:solidFill>
                  </a:tcPr>
                </a:tc>
                <a:tc>
                  <a:txBody>
                    <a:bodyPr/>
                    <a:lstStyle/>
                    <a:p>
                      <a:r>
                        <a:rPr sz="1350" b="1">
                          <a:solidFill>
                            <a:srgbClr val="FFFFFF"/>
                          </a:solidFill>
                        </a:rPr>
                        <a:t>Memoria por worker</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176B7B"/>
                    </a:solidFill>
                  </a:tcPr>
                </a:tc>
                <a:tc>
                  <a:txBody>
                    <a:bodyPr/>
                    <a:lstStyle/>
                    <a:p>
                      <a:r>
                        <a:rPr sz="1350" b="1">
                          <a:solidFill>
                            <a:srgbClr val="FFFFFF"/>
                          </a:solidFill>
                        </a:rPr>
                        <a:t>Memoria total</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176B7B"/>
                    </a:solidFill>
                  </a:tcPr>
                </a:tc>
                <a:tc>
                  <a:txBody>
                    <a:bodyPr/>
                    <a:lstStyle/>
                    <a:p>
                      <a:r>
                        <a:rPr sz="1350" b="1">
                          <a:solidFill>
                            <a:srgbClr val="FFFFFF"/>
                          </a:solidFill>
                        </a:rPr>
                        <a:t>Mediana</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176B7B"/>
                    </a:solidFill>
                  </a:tcPr>
                </a:tc>
              </a:tr>
              <a:tr h="619125">
                <a:tc>
                  <a:txBody>
                    <a:bodyPr/>
                    <a:lstStyle/>
                    <a:p>
                      <a:r>
                        <a:rPr sz="1350"/>
                        <a:t>A</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tcPr>
                </a:tc>
                <a:tc>
                  <a:txBody>
                    <a:bodyPr/>
                    <a:lstStyle/>
                    <a:p>
                      <a:r>
                        <a:rPr sz="1350"/>
                        <a:t>1</a:t>
                      </a:r>
                    </a:p>
                  </a:txBody>
                  <a:tcPr marL="91440" marR="91440" marT="45720" marB="45720">
                    <a:lnR w="9525">
                      <a:solidFill>
                        <a:srgbClr val="D9D9D9"/>
                      </a:solidFill>
                      <a:prstDash val="solid"/>
                    </a:lnR>
                    <a:lnB w="9525">
                      <a:solidFill>
                        <a:srgbClr val="D9D9D9"/>
                      </a:solidFill>
                      <a:prstDash val="solid"/>
                    </a:lnB>
                  </a:tcPr>
                </a:tc>
                <a:tc>
                  <a:txBody>
                    <a:bodyPr/>
                    <a:lstStyle/>
                    <a:p>
                      <a:r>
                        <a:rPr sz="1350"/>
                        <a:t>1</a:t>
                      </a:r>
                    </a:p>
                  </a:txBody>
                  <a:tcPr marL="91440" marR="91440" marT="45720" marB="45720">
                    <a:lnR w="9525">
                      <a:solidFill>
                        <a:srgbClr val="D9D9D9"/>
                      </a:solidFill>
                      <a:prstDash val="solid"/>
                    </a:lnR>
                    <a:lnB w="9525">
                      <a:solidFill>
                        <a:srgbClr val="D9D9D9"/>
                      </a:solidFill>
                      <a:prstDash val="solid"/>
                    </a:lnB>
                  </a:tcPr>
                </a:tc>
                <a:tc>
                  <a:txBody>
                    <a:bodyPr/>
                    <a:lstStyle/>
                    <a:p>
                      <a:r>
                        <a:rPr sz="1350"/>
                        <a:t>1 GiB</a:t>
                      </a:r>
                    </a:p>
                  </a:txBody>
                  <a:tcPr marL="91440" marR="91440" marT="45720" marB="45720">
                    <a:lnR w="9525">
                      <a:solidFill>
                        <a:srgbClr val="D9D9D9"/>
                      </a:solidFill>
                      <a:prstDash val="solid"/>
                    </a:lnR>
                    <a:lnB w="9525">
                      <a:solidFill>
                        <a:srgbClr val="D9D9D9"/>
                      </a:solidFill>
                      <a:prstDash val="solid"/>
                    </a:lnB>
                  </a:tcPr>
                </a:tc>
                <a:tc>
                  <a:txBody>
                    <a:bodyPr/>
                    <a:lstStyle/>
                    <a:p>
                      <a:r>
                        <a:rPr sz="1350"/>
                        <a:t>1 GiB</a:t>
                      </a:r>
                    </a:p>
                  </a:txBody>
                  <a:tcPr marL="91440" marR="91440" marT="45720" marB="45720">
                    <a:lnR w="9525">
                      <a:solidFill>
                        <a:srgbClr val="D9D9D9"/>
                      </a:solidFill>
                      <a:prstDash val="solid"/>
                    </a:lnR>
                    <a:lnB w="9525">
                      <a:solidFill>
                        <a:srgbClr val="D9D9D9"/>
                      </a:solidFill>
                      <a:prstDash val="solid"/>
                    </a:lnB>
                  </a:tcPr>
                </a:tc>
                <a:tc>
                  <a:txBody>
                    <a:bodyPr/>
                    <a:lstStyle/>
                    <a:p>
                      <a:r>
                        <a:rPr sz="1350"/>
                        <a:t>21,656 s</a:t>
                      </a:r>
                    </a:p>
                  </a:txBody>
                  <a:tcPr marL="91440" marR="91440" marT="45720" marB="45720">
                    <a:lnR w="9525">
                      <a:solidFill>
                        <a:srgbClr val="D9D9D9"/>
                      </a:solidFill>
                      <a:prstDash val="solid"/>
                    </a:lnR>
                    <a:lnB w="9525">
                      <a:solidFill>
                        <a:srgbClr val="D9D9D9"/>
                      </a:solidFill>
                      <a:prstDash val="solid"/>
                    </a:lnB>
                  </a:tcPr>
                </a:tc>
              </a:tr>
              <a:tr h="619125">
                <a:tc>
                  <a:txBody>
                    <a:bodyPr/>
                    <a:lstStyle/>
                    <a:p>
                      <a:r>
                        <a:rPr sz="1350"/>
                        <a:t>B</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tcPr>
                </a:tc>
                <a:tc>
                  <a:txBody>
                    <a:bodyPr/>
                    <a:lstStyle/>
                    <a:p>
                      <a:r>
                        <a:rPr sz="1350"/>
                        <a:t>2</a:t>
                      </a:r>
                    </a:p>
                  </a:txBody>
                  <a:tcPr marL="91440" marR="91440" marT="45720" marB="45720">
                    <a:lnR w="9525">
                      <a:solidFill>
                        <a:srgbClr val="D9D9D9"/>
                      </a:solidFill>
                      <a:prstDash val="solid"/>
                    </a:lnR>
                    <a:lnB w="9525">
                      <a:solidFill>
                        <a:srgbClr val="D9D9D9"/>
                      </a:solidFill>
                      <a:prstDash val="solid"/>
                    </a:lnB>
                  </a:tcPr>
                </a:tc>
                <a:tc>
                  <a:txBody>
                    <a:bodyPr/>
                    <a:lstStyle/>
                    <a:p>
                      <a:r>
                        <a:rPr sz="1350"/>
                        <a:t>1</a:t>
                      </a:r>
                    </a:p>
                  </a:txBody>
                  <a:tcPr marL="91440" marR="91440" marT="45720" marB="45720">
                    <a:lnR w="9525">
                      <a:solidFill>
                        <a:srgbClr val="D9D9D9"/>
                      </a:solidFill>
                      <a:prstDash val="solid"/>
                    </a:lnR>
                    <a:lnB w="9525">
                      <a:solidFill>
                        <a:srgbClr val="D9D9D9"/>
                      </a:solidFill>
                      <a:prstDash val="solid"/>
                    </a:lnB>
                  </a:tcPr>
                </a:tc>
                <a:tc>
                  <a:txBody>
                    <a:bodyPr/>
                    <a:lstStyle/>
                    <a:p>
                      <a:r>
                        <a:rPr sz="1350"/>
                        <a:t>512 MiB</a:t>
                      </a:r>
                    </a:p>
                  </a:txBody>
                  <a:tcPr marL="91440" marR="91440" marT="45720" marB="45720">
                    <a:lnR w="9525">
                      <a:solidFill>
                        <a:srgbClr val="D9D9D9"/>
                      </a:solidFill>
                      <a:prstDash val="solid"/>
                    </a:lnR>
                    <a:lnB w="9525">
                      <a:solidFill>
                        <a:srgbClr val="D9D9D9"/>
                      </a:solidFill>
                      <a:prstDash val="solid"/>
                    </a:lnB>
                  </a:tcPr>
                </a:tc>
                <a:tc>
                  <a:txBody>
                    <a:bodyPr/>
                    <a:lstStyle/>
                    <a:p>
                      <a:r>
                        <a:rPr sz="1350"/>
                        <a:t>1 GiB</a:t>
                      </a:r>
                    </a:p>
                  </a:txBody>
                  <a:tcPr marL="91440" marR="91440" marT="45720" marB="45720">
                    <a:lnR w="9525">
                      <a:solidFill>
                        <a:srgbClr val="D9D9D9"/>
                      </a:solidFill>
                      <a:prstDash val="solid"/>
                    </a:lnR>
                    <a:lnB w="9525">
                      <a:solidFill>
                        <a:srgbClr val="D9D9D9"/>
                      </a:solidFill>
                      <a:prstDash val="solid"/>
                    </a:lnB>
                  </a:tcPr>
                </a:tc>
                <a:tc>
                  <a:txBody>
                    <a:bodyPr/>
                    <a:lstStyle/>
                    <a:p>
                      <a:r>
                        <a:rPr sz="1350"/>
                        <a:t>10,568 s</a:t>
                      </a:r>
                    </a:p>
                  </a:txBody>
                  <a:tcPr marL="91440" marR="91440" marT="45720" marB="45720">
                    <a:lnR w="9525">
                      <a:solidFill>
                        <a:srgbClr val="D9D9D9"/>
                      </a:solidFill>
                      <a:prstDash val="solid"/>
                    </a:lnR>
                    <a:lnB w="9525">
                      <a:solidFill>
                        <a:srgbClr val="D9D9D9"/>
                      </a:solidFill>
                      <a:prstDash val="solid"/>
                    </a:lnB>
                  </a:tcPr>
                </a:tc>
              </a:tr>
            </a:tbl>
          </a:graphicData>
        </a:graphic>
      </p:graphicFrame>
      <p:sp>
        <p:nvSpPr>
          <p:cNvPr id="5" name="dask-process-config">
            <a:extLst xmlns:a="http://schemas.openxmlformats.org/drawingml/2006/main">
              <a:ext uri="{FF2B5EF4-FFF2-40B4-BE49-F238E27FC236}">
                <a16:creationId xmlns:a16="http://schemas.microsoft.com/office/drawing/2014/main" id="{1B320346-B6FA-4C7E-B194-5B3197B748E8}"/>
              </a:ext>
            </a:extLst>
          </p:cNvPr>
          <p:cNvSpPr>
            <a:spLocks xmlns:a="http://schemas.openxmlformats.org/drawingml/2006/main" noGrp="1"/>
          </p:cNvSpPr>
          <p:nvPr/>
        </p:nvSpPr>
        <p:spPr>
          <a:xfrm xmlns:a="http://schemas.openxmlformats.org/drawingml/2006/main">
            <a:off x="812768" y="48577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defPPr>
              <a:defRPr sz="1500">
                <a:solidFill>
                  <a:srgbClr val="16222F"/>
                </a:solidFill>
                <a:latin typeface="Arial"/>
                <a:ea typeface="Arial"/>
                <a:cs typeface="Arial"/>
              </a:defRPr>
            </a:defPPr>
            <a:lvl1pPr>
              <a:defRPr sz="1500">
                <a:solidFill>
                  <a:srgbClr val="16222F"/>
                </a:solidFill>
                <a:latin typeface="Arial"/>
                <a:ea typeface="Arial"/>
                <a:cs typeface="Arial"/>
              </a:defRPr>
            </a:lvl1pPr>
            <a:lvl2pPr>
              <a:defRPr sz="1500">
                <a:solidFill>
                  <a:srgbClr val="16222F"/>
                </a:solidFill>
                <a:latin typeface="Arial"/>
                <a:ea typeface="Arial"/>
                <a:cs typeface="Arial"/>
              </a:defRPr>
            </a:lvl2pPr>
            <a:lvl3pPr>
              <a:defRPr sz="1500">
                <a:solidFill>
                  <a:srgbClr val="16222F"/>
                </a:solidFill>
                <a:latin typeface="Arial"/>
                <a:ea typeface="Arial"/>
                <a:cs typeface="Arial"/>
              </a:defRPr>
            </a:lvl3pPr>
            <a:lvl4pPr>
              <a:defRPr sz="1500">
                <a:solidFill>
                  <a:srgbClr val="16222F"/>
                </a:solidFill>
                <a:latin typeface="Arial"/>
                <a:ea typeface="Arial"/>
                <a:cs typeface="Arial"/>
              </a:defRPr>
            </a:lvl4pPr>
            <a:lvl5pPr>
              <a:defRPr sz="1500">
                <a:solidFill>
                  <a:srgbClr val="16222F"/>
                </a:solidFill>
                <a:latin typeface="Arial"/>
                <a:ea typeface="Arial"/>
                <a:cs typeface="Arial"/>
              </a:defRPr>
            </a:lvl5pPr>
            <a:lvl6pPr>
              <a:defRPr sz="1500">
                <a:solidFill>
                  <a:srgbClr val="16222F"/>
                </a:solidFill>
                <a:latin typeface="Arial"/>
                <a:ea typeface="Arial"/>
                <a:cs typeface="Arial"/>
              </a:defRPr>
            </a:lvl6pPr>
            <a:lvl7pPr>
              <a:defRPr sz="1500">
                <a:solidFill>
                  <a:srgbClr val="16222F"/>
                </a:solidFill>
                <a:latin typeface="Arial"/>
                <a:ea typeface="Arial"/>
                <a:cs typeface="Arial"/>
              </a:defRPr>
            </a:lvl7pPr>
            <a:lvl8pPr>
              <a:defRPr sz="1500">
                <a:solidFill>
                  <a:srgbClr val="16222F"/>
                </a:solidFill>
                <a:latin typeface="Arial"/>
                <a:ea typeface="Arial"/>
                <a:cs typeface="Arial"/>
              </a:defRPr>
            </a:lvl8pPr>
            <a:lvl9pPr>
              <a:defRPr sz="1500">
                <a:solidFill>
                  <a:srgbClr val="16222F"/>
                </a:solidFill>
                <a:latin typeface="Arial"/>
                <a:ea typeface="Arial"/>
                <a:cs typeface="Arial"/>
              </a:defRPr>
            </a:lvl9pPr>
          </a:lstStyle>
          <a:p xmlns:a="http://schemas.openxmlformats.org/drawingml/2006/main">
            <a:pPr>
              <a:defRPr sz="1500">
                <a:solidFill>
                  <a:srgbClr val="16222F"/>
                </a:solidFill>
                <a:latin typeface="Arial"/>
                <a:ea typeface="Arial"/>
                <a:cs typeface="Arial"/>
              </a:defRPr>
            </a:pPr>
            <a:r>
              <a:rPr sz="1500">
                <a:solidFill>
                  <a:srgbClr val="16222F"/>
                </a:solidFill>
                <a:latin typeface="Arial"/>
                <a:ea typeface="Arial"/>
                <a:cs typeface="Arial"/>
              </a:rPr>
              <a:t>Cada worker se ejecutó como proceso independiente (processes=True), con un hilo por proceso (threads_per_worker=1).</a:t>
            </a:r>
          </a:p>
        </p:txBody>
      </p:sp>
      <p:sp>
        <p:nvSpPr>
          <p:cNvPr id="6" name="dask-repeats">
            <a:extLst xmlns:a="http://schemas.openxmlformats.org/drawingml/2006/main">
              <a:ext uri="{FF2B5EF4-FFF2-40B4-BE49-F238E27FC236}">
                <a16:creationId xmlns:a16="http://schemas.microsoft.com/office/drawing/2014/main" id="{A86F55E2-1773-4D46-A552-1D86AC2A5CC7}"/>
              </a:ext>
            </a:extLst>
          </p:cNvPr>
          <p:cNvSpPr>
            <a:spLocks xmlns:a="http://schemas.openxmlformats.org/drawingml/2006/main" noGrp="1"/>
          </p:cNvSpPr>
          <p:nvPr/>
        </p:nvSpPr>
        <p:spPr>
          <a:xfrm xmlns:a="http://schemas.openxmlformats.org/drawingml/2006/main">
            <a:off x="812768" y="546735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defPPr>
              <a:defRPr sz="1425">
                <a:solidFill>
                  <a:srgbClr val="16222F"/>
                </a:solidFill>
                <a:latin typeface="Arial"/>
                <a:ea typeface="Arial"/>
                <a:cs typeface="Arial"/>
              </a:defRPr>
            </a:defPPr>
            <a:lvl1pPr>
              <a:defRPr sz="1425">
                <a:solidFill>
                  <a:srgbClr val="16222F"/>
                </a:solidFill>
                <a:latin typeface="Arial"/>
                <a:ea typeface="Arial"/>
                <a:cs typeface="Arial"/>
              </a:defRPr>
            </a:lvl1pPr>
            <a:lvl2pPr>
              <a:defRPr sz="1425">
                <a:solidFill>
                  <a:srgbClr val="16222F"/>
                </a:solidFill>
                <a:latin typeface="Arial"/>
                <a:ea typeface="Arial"/>
                <a:cs typeface="Arial"/>
              </a:defRPr>
            </a:lvl2pPr>
            <a:lvl3pPr>
              <a:defRPr sz="1425">
                <a:solidFill>
                  <a:srgbClr val="16222F"/>
                </a:solidFill>
                <a:latin typeface="Arial"/>
                <a:ea typeface="Arial"/>
                <a:cs typeface="Arial"/>
              </a:defRPr>
            </a:lvl3pPr>
            <a:lvl4pPr>
              <a:defRPr sz="1425">
                <a:solidFill>
                  <a:srgbClr val="16222F"/>
                </a:solidFill>
                <a:latin typeface="Arial"/>
                <a:ea typeface="Arial"/>
                <a:cs typeface="Arial"/>
              </a:defRPr>
            </a:lvl4pPr>
            <a:lvl5pPr>
              <a:defRPr sz="1425">
                <a:solidFill>
                  <a:srgbClr val="16222F"/>
                </a:solidFill>
                <a:latin typeface="Arial"/>
                <a:ea typeface="Arial"/>
                <a:cs typeface="Arial"/>
              </a:defRPr>
            </a:lvl5pPr>
            <a:lvl6pPr>
              <a:defRPr sz="1425">
                <a:solidFill>
                  <a:srgbClr val="16222F"/>
                </a:solidFill>
                <a:latin typeface="Arial"/>
                <a:ea typeface="Arial"/>
                <a:cs typeface="Arial"/>
              </a:defRPr>
            </a:lvl6pPr>
            <a:lvl7pPr>
              <a:defRPr sz="1425">
                <a:solidFill>
                  <a:srgbClr val="16222F"/>
                </a:solidFill>
                <a:latin typeface="Arial"/>
                <a:ea typeface="Arial"/>
                <a:cs typeface="Arial"/>
              </a:defRPr>
            </a:lvl7pPr>
            <a:lvl8pPr>
              <a:defRPr sz="1425">
                <a:solidFill>
                  <a:srgbClr val="16222F"/>
                </a:solidFill>
                <a:latin typeface="Arial"/>
                <a:ea typeface="Arial"/>
                <a:cs typeface="Arial"/>
              </a:defRPr>
            </a:lvl8pPr>
            <a:lvl9pPr>
              <a:defRPr sz="1425">
                <a:solidFill>
                  <a:srgbClr val="16222F"/>
                </a:solidFill>
                <a:latin typeface="Arial"/>
                <a:ea typeface="Arial"/>
                <a:cs typeface="Arial"/>
              </a:defRPr>
            </a:lvl9pPr>
          </a:lstStyle>
          <a:p xmlns:a="http://schemas.openxmlformats.org/drawingml/2006/main">
            <a:pPr>
              <a:defRPr sz="1425">
                <a:solidFill>
                  <a:srgbClr val="16222F"/>
                </a:solidFill>
                <a:latin typeface="Arial"/>
                <a:ea typeface="Arial"/>
                <a:cs typeface="Arial"/>
              </a:defRPr>
            </a:pPr>
            <a:r>
              <a:rPr sz="1425">
                <a:solidFill>
                  <a:srgbClr val="16222F"/>
                </a:solidFill>
                <a:latin typeface="Arial"/>
                <a:ea typeface="Arial"/>
                <a:cs typeface="Arial"/>
              </a:rPr>
              <a:t>Hicimos tres ejecuciones por configuración. Las seis procesaron 23.634.669 vuelos y generaron los mismos 81.136 grupos.</a:t>
            </a:r>
          </a:p>
        </p:txBody>
      </p:sp>
      <p:sp>
        <p:nvSpPr>
          <p:cNvPr id="7" name="dask-caveat">
            <a:extLst xmlns:a="http://schemas.openxmlformats.org/drawingml/2006/main">
              <a:ext uri="{FF2B5EF4-FFF2-40B4-BE49-F238E27FC236}">
                <a16:creationId xmlns:a16="http://schemas.microsoft.com/office/drawing/2014/main" id="{02C44813-A303-40F5-91E3-055A461A4A7A}"/>
              </a:ext>
            </a:extLst>
          </p:cNvPr>
          <p:cNvSpPr>
            <a:spLocks xmlns:a="http://schemas.openxmlformats.org/drawingml/2006/main" noGrp="1"/>
          </p:cNvSpPr>
          <p:nvPr/>
        </p:nvSpPr>
        <p:spPr>
          <a:xfrm xmlns:a="http://schemas.openxmlformats.org/drawingml/2006/main">
            <a:off x="812768" y="6048375"/>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defPPr>
              <a:defRPr sz="1275">
                <a:solidFill>
                  <a:srgbClr val="4C5967"/>
                </a:solidFill>
                <a:latin typeface="Arial"/>
                <a:ea typeface="Arial"/>
                <a:cs typeface="Arial"/>
              </a:defRPr>
            </a:defPPr>
            <a:lvl1pPr>
              <a:defRPr sz="1275">
                <a:solidFill>
                  <a:srgbClr val="4C5967"/>
                </a:solidFill>
                <a:latin typeface="Arial"/>
                <a:ea typeface="Arial"/>
                <a:cs typeface="Arial"/>
              </a:defRPr>
            </a:lvl1pPr>
            <a:lvl2pPr>
              <a:defRPr sz="1275">
                <a:solidFill>
                  <a:srgbClr val="4C5967"/>
                </a:solidFill>
                <a:latin typeface="Arial"/>
                <a:ea typeface="Arial"/>
                <a:cs typeface="Arial"/>
              </a:defRPr>
            </a:lvl2pPr>
            <a:lvl3pPr>
              <a:defRPr sz="1275">
                <a:solidFill>
                  <a:srgbClr val="4C5967"/>
                </a:solidFill>
                <a:latin typeface="Arial"/>
                <a:ea typeface="Arial"/>
                <a:cs typeface="Arial"/>
              </a:defRPr>
            </a:lvl3pPr>
            <a:lvl4pPr>
              <a:defRPr sz="1275">
                <a:solidFill>
                  <a:srgbClr val="4C5967"/>
                </a:solidFill>
                <a:latin typeface="Arial"/>
                <a:ea typeface="Arial"/>
                <a:cs typeface="Arial"/>
              </a:defRPr>
            </a:lvl4pPr>
            <a:lvl5pPr>
              <a:defRPr sz="1275">
                <a:solidFill>
                  <a:srgbClr val="4C5967"/>
                </a:solidFill>
                <a:latin typeface="Arial"/>
                <a:ea typeface="Arial"/>
                <a:cs typeface="Arial"/>
              </a:defRPr>
            </a:lvl5pPr>
            <a:lvl6pPr>
              <a:defRPr sz="1275">
                <a:solidFill>
                  <a:srgbClr val="4C5967"/>
                </a:solidFill>
                <a:latin typeface="Arial"/>
                <a:ea typeface="Arial"/>
                <a:cs typeface="Arial"/>
              </a:defRPr>
            </a:lvl6pPr>
            <a:lvl7pPr>
              <a:defRPr sz="1275">
                <a:solidFill>
                  <a:srgbClr val="4C5967"/>
                </a:solidFill>
                <a:latin typeface="Arial"/>
                <a:ea typeface="Arial"/>
                <a:cs typeface="Arial"/>
              </a:defRPr>
            </a:lvl7pPr>
            <a:lvl8pPr>
              <a:defRPr sz="1275">
                <a:solidFill>
                  <a:srgbClr val="4C5967"/>
                </a:solidFill>
                <a:latin typeface="Arial"/>
                <a:ea typeface="Arial"/>
                <a:cs typeface="Arial"/>
              </a:defRPr>
            </a:lvl8pPr>
            <a:lvl9pPr>
              <a:defRPr sz="1275">
                <a:solidFill>
                  <a:srgbClr val="4C5967"/>
                </a:solidFill>
                <a:latin typeface="Arial"/>
                <a:ea typeface="Arial"/>
                <a:cs typeface="Arial"/>
              </a:defRPr>
            </a:lvl9pPr>
          </a:lstStyle>
          <a:p xmlns:a="http://schemas.openxmlformats.org/drawingml/2006/main">
            <a:pPr>
              <a:defRPr sz="1275">
                <a:solidFill>
                  <a:srgbClr val="4C5967"/>
                </a:solidFill>
                <a:latin typeface="Arial"/>
                <a:ea typeface="Arial"/>
                <a:cs typeface="Arial"/>
              </a:defRPr>
            </a:pPr>
            <a:r>
              <a:rPr sz="1275">
                <a:solidFill>
                  <a:srgbClr val="4C5967"/>
                </a:solidFill>
                <a:latin typeface="Arial"/>
                <a:ea typeface="Arial"/>
                <a:cs typeface="Arial"/>
              </a:rPr>
              <a:t>La memoria es el límite asignado, no el consumo máximo medido. Esta comparación corresponde a una tarea en un equipo.</a:t>
            </a:r>
          </a:p>
        </p:txBody>
      </p:sp>
    </p:spTree>
    <p:extLst>
      <p:ext uri="{BB962C8B-B14F-4D97-AF65-F5344CB8AC3E}">
        <p14:creationId xmlns:p14="http://schemas.microsoft.com/office/powerpoint/2010/main" val="1395333133"/>
      </p:ext>
    </p:extLst>
  </p:cSld>
</p:sld>
</file>

<file path=ppt/slides/slide11.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C20296F-6D69-4ABB-9B62-C81D712C5CF7}"/>
              </a:ext>
            </a:extLst>
          </p:cNvPr>
          <p:cNvSpPr>
            <a:spLocks xmlns:a="http://schemas.openxmlformats.org/drawingml/2006/main" noGrp="1"/>
          </p:cNvSpPr>
          <p:nvPr/>
        </p:nvSpPr>
        <p:spPr>
          <a:xfrm xmlns:a="http://schemas.openxmlformats.org/drawingml/2006/main">
            <a:off x="812800" y="812800"/>
            <a:ext cx="10883392" cy="273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1960"/>
              </a:lnSpc>
              <a:buNone/>
            </a:pPr>
            <a:r>
              <a:rPr sz="1400" b="1" spc="100">
                <a:solidFill>
                  <a:srgbClr val="176B7B"/>
                </a:solidFill>
                <a:latin typeface="Arial"/>
                <a:ea typeface="Arial"/>
                <a:cs typeface="Arial"/>
              </a:rPr>
              <a:t>8 · QUE FUNCIONE SIN NOSOTROS</a:t>
            </a:r>
            <a:endParaRPr sz="1400"/>
          </a:p>
        </p:txBody>
      </p:sp>
      <p:sp>
        <p:nvSpPr>
          <p:cNvPr id="3" name="Text 1">
            <a:extLst xmlns:a="http://schemas.openxmlformats.org/drawingml/2006/main">
              <a:ext uri="{FF2B5EF4-FFF2-40B4-BE49-F238E27FC236}">
                <a16:creationId xmlns:a16="http://schemas.microsoft.com/office/drawing/2014/main" id="{00B708A7-9E44-4187-BF87-9735A018DA05}"/>
              </a:ext>
            </a:extLst>
          </p:cNvPr>
          <p:cNvSpPr>
            <a:spLocks xmlns:a="http://schemas.openxmlformats.org/drawingml/2006/main" noGrp="1"/>
          </p:cNvSpPr>
          <p:nvPr>
            <p:ph type="title" idx="0"/>
          </p:nvPr>
        </p:nvSpPr>
        <p:spPr>
          <a:xfrm xmlns:a="http://schemas.openxmlformats.org/drawingml/2006/main">
            <a:off x="812800" y="1314450"/>
            <a:ext cx="10883392"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300"/>
              </a:lnSpc>
              <a:buNone/>
            </a:pPr>
            <a:r>
              <a:rPr sz="3000" b="1" i="0">
                <a:solidFill>
                  <a:srgbClr val="16222F"/>
                </a:solidFill>
                <a:latin typeface="Arial"/>
                <a:ea typeface="Arial"/>
                <a:cs typeface="Arial"/>
              </a:rPr>
              <a:t>Flujo Prefect para repetir la analítica mensual</a:t>
            </a:r>
            <a:endParaRPr sz="3000"/>
          </a:p>
        </p:txBody>
      </p:sp>
      <p:sp>
        <p:nvSpPr>
          <p:cNvPr id="4" name="Shape 2">
            <a:extLst xmlns:a="http://schemas.openxmlformats.org/drawingml/2006/main">
              <a:ext uri="{FF2B5EF4-FFF2-40B4-BE49-F238E27FC236}">
                <a16:creationId xmlns:a16="http://schemas.microsoft.com/office/drawing/2014/main" id="{1930C0A1-6964-4AC4-B879-D198F8CF409F}"/>
              </a:ext>
            </a:extLst>
          </p:cNvPr>
          <p:cNvSpPr>
            <a:spLocks xmlns:a="http://schemas.openxmlformats.org/drawingml/2006/main" noGrp="1"/>
          </p:cNvSpPr>
          <p:nvPr/>
        </p:nvSpPr>
        <p:spPr>
          <a:xfrm xmlns:a="http://schemas.openxmlformats.org/drawingml/2006/main">
            <a:off x="815975" y="1990725"/>
            <a:ext cx="4921250" cy="596900"/>
          </a:xfrm>
          <a:prstGeom xmlns:a="http://schemas.openxmlformats.org/drawingml/2006/main" prst="roundRect">
            <a:avLst>
              <a:gd name="adj" fmla="val 16489"/>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3">
            <a:extLst xmlns:a="http://schemas.openxmlformats.org/drawingml/2006/main">
              <a:ext uri="{FF2B5EF4-FFF2-40B4-BE49-F238E27FC236}">
                <a16:creationId xmlns:a16="http://schemas.microsoft.com/office/drawing/2014/main" id="{AF6AC00E-0CE2-403F-834C-8CB04D81E152}"/>
              </a:ext>
            </a:extLst>
          </p:cNvPr>
          <p:cNvSpPr>
            <a:spLocks xmlns:a="http://schemas.openxmlformats.org/drawingml/2006/main" noGrp="1"/>
          </p:cNvSpPr>
          <p:nvPr/>
        </p:nvSpPr>
        <p:spPr>
          <a:xfrm xmlns:a="http://schemas.openxmlformats.org/drawingml/2006/main">
            <a:off x="971550" y="2095500"/>
            <a:ext cx="355600" cy="4127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080"/>
              </a:lnSpc>
              <a:buNone/>
            </a:pPr>
            <a:r>
              <a:rPr sz="2200" b="1">
                <a:solidFill>
                  <a:srgbClr val="176B7B"/>
                </a:solidFill>
                <a:latin typeface="Arial"/>
                <a:ea typeface="Arial"/>
                <a:cs typeface="Arial"/>
              </a:rPr>
              <a:t>1</a:t>
            </a:r>
            <a:endParaRPr sz="2200"/>
          </a:p>
        </p:txBody>
      </p:sp>
      <p:sp>
        <p:nvSpPr>
          <p:cNvPr id="6" name="Text 4">
            <a:extLst xmlns:a="http://schemas.openxmlformats.org/drawingml/2006/main">
              <a:ext uri="{FF2B5EF4-FFF2-40B4-BE49-F238E27FC236}">
                <a16:creationId xmlns:a16="http://schemas.microsoft.com/office/drawing/2014/main" id="{BB734D7E-AAEE-4D0F-86A8-6948D4613C76}"/>
              </a:ext>
            </a:extLst>
          </p:cNvPr>
          <p:cNvSpPr>
            <a:spLocks xmlns:a="http://schemas.openxmlformats.org/drawingml/2006/main" noGrp="1"/>
          </p:cNvSpPr>
          <p:nvPr/>
        </p:nvSpPr>
        <p:spPr>
          <a:xfrm xmlns:a="http://schemas.openxmlformats.org/drawingml/2006/main">
            <a:off x="1403350" y="2178050"/>
            <a:ext cx="4330700" cy="2476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750"/>
              </a:lnSpc>
              <a:buNone/>
            </a:pPr>
            <a:r>
              <a:rPr sz="1400" b="1">
                <a:solidFill>
                  <a:srgbClr val="16222F"/>
                </a:solidFill>
                <a:latin typeface="Arial"/>
                <a:ea typeface="Arial"/>
                <a:cs typeface="Arial"/>
              </a:rPr>
              <a:t>Validar la entrada:</a:t>
            </a:r>
            <a:r>
              <a:rPr sz="1400">
                <a:solidFill>
                  <a:srgbClr val="16222F"/>
                </a:solidFill>
                <a:latin typeface="Arial"/>
                <a:ea typeface="Arial"/>
                <a:cs typeface="Arial"/>
              </a:rPr>
              <a:t> archivo, modelo y columnas</a:t>
            </a:r>
            <a:endParaRPr sz="1400"/>
          </a:p>
        </p:txBody>
      </p:sp>
      <p:sp>
        <p:nvSpPr>
          <p:cNvPr id="7" name="Shape 5">
            <a:extLst xmlns:a="http://schemas.openxmlformats.org/drawingml/2006/main">
              <a:ext uri="{FF2B5EF4-FFF2-40B4-BE49-F238E27FC236}">
                <a16:creationId xmlns:a16="http://schemas.microsoft.com/office/drawing/2014/main" id="{EF9ABF0B-0E87-4CA0-8C81-8808BF8F4F18}"/>
              </a:ext>
            </a:extLst>
          </p:cNvPr>
          <p:cNvSpPr>
            <a:spLocks xmlns:a="http://schemas.openxmlformats.org/drawingml/2006/main" noGrp="1"/>
          </p:cNvSpPr>
          <p:nvPr/>
        </p:nvSpPr>
        <p:spPr>
          <a:xfrm xmlns:a="http://schemas.openxmlformats.org/drawingml/2006/main">
            <a:off x="815975" y="2695575"/>
            <a:ext cx="4921250" cy="596900"/>
          </a:xfrm>
          <a:prstGeom xmlns:a="http://schemas.openxmlformats.org/drawingml/2006/main" prst="roundRect">
            <a:avLst>
              <a:gd name="adj" fmla="val 16489"/>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94271F99-E830-4490-BF18-22CFB595A7DE}"/>
              </a:ext>
            </a:extLst>
          </p:cNvPr>
          <p:cNvSpPr>
            <a:spLocks xmlns:a="http://schemas.openxmlformats.org/drawingml/2006/main" noGrp="1"/>
          </p:cNvSpPr>
          <p:nvPr/>
        </p:nvSpPr>
        <p:spPr>
          <a:xfrm xmlns:a="http://schemas.openxmlformats.org/drawingml/2006/main">
            <a:off x="971550" y="2800350"/>
            <a:ext cx="355600" cy="4127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080"/>
              </a:lnSpc>
              <a:buNone/>
            </a:pPr>
            <a:r>
              <a:rPr sz="2200" b="1">
                <a:solidFill>
                  <a:srgbClr val="176B7B"/>
                </a:solidFill>
                <a:latin typeface="Arial"/>
                <a:ea typeface="Arial"/>
                <a:cs typeface="Arial"/>
              </a:rPr>
              <a:t>2</a:t>
            </a:r>
            <a:endParaRPr sz="2200"/>
          </a:p>
        </p:txBody>
      </p:sp>
      <p:sp>
        <p:nvSpPr>
          <p:cNvPr id="9" name="Text 7">
            <a:extLst xmlns:a="http://schemas.openxmlformats.org/drawingml/2006/main">
              <a:ext uri="{FF2B5EF4-FFF2-40B4-BE49-F238E27FC236}">
                <a16:creationId xmlns:a16="http://schemas.microsoft.com/office/drawing/2014/main" id="{1552C952-28BF-4CFF-8C36-2005D5D332EA}"/>
              </a:ext>
            </a:extLst>
          </p:cNvPr>
          <p:cNvSpPr>
            <a:spLocks xmlns:a="http://schemas.openxmlformats.org/drawingml/2006/main" noGrp="1"/>
          </p:cNvSpPr>
          <p:nvPr/>
        </p:nvSpPr>
        <p:spPr>
          <a:xfrm xmlns:a="http://schemas.openxmlformats.org/drawingml/2006/main">
            <a:off x="1403350" y="2882900"/>
            <a:ext cx="4330700" cy="2476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750"/>
              </a:lnSpc>
              <a:buNone/>
            </a:pPr>
            <a:r>
              <a:rPr sz="1400" b="1">
                <a:solidFill>
                  <a:srgbClr val="16222F"/>
                </a:solidFill>
                <a:latin typeface="Arial"/>
                <a:ea typeface="Arial"/>
                <a:cs typeface="Arial"/>
              </a:rPr>
              <a:t>Predecir y agregar</a:t>
            </a:r>
            <a:r>
              <a:rPr sz="1400">
                <a:solidFill>
                  <a:srgbClr val="16222F"/>
                </a:solidFill>
                <a:latin typeface="Arial"/>
                <a:ea typeface="Arial"/>
                <a:cs typeface="Arial"/>
              </a:rPr>
              <a:t> por bloques de 32.768 vuelos</a:t>
            </a:r>
            <a:endParaRPr sz="1400"/>
          </a:p>
        </p:txBody>
      </p:sp>
      <p:sp>
        <p:nvSpPr>
          <p:cNvPr id="10" name="Shape 8">
            <a:extLst xmlns:a="http://schemas.openxmlformats.org/drawingml/2006/main">
              <a:ext uri="{FF2B5EF4-FFF2-40B4-BE49-F238E27FC236}">
                <a16:creationId xmlns:a16="http://schemas.microsoft.com/office/drawing/2014/main" id="{98F79A81-34F8-4B10-9257-A6996FADA58F}"/>
              </a:ext>
            </a:extLst>
          </p:cNvPr>
          <p:cNvSpPr>
            <a:spLocks xmlns:a="http://schemas.openxmlformats.org/drawingml/2006/main" noGrp="1"/>
          </p:cNvSpPr>
          <p:nvPr/>
        </p:nvSpPr>
        <p:spPr>
          <a:xfrm xmlns:a="http://schemas.openxmlformats.org/drawingml/2006/main">
            <a:off x="815975" y="3400425"/>
            <a:ext cx="4921250" cy="596900"/>
          </a:xfrm>
          <a:prstGeom xmlns:a="http://schemas.openxmlformats.org/drawingml/2006/main" prst="roundRect">
            <a:avLst>
              <a:gd name="adj" fmla="val 16489"/>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Text 9">
            <a:extLst xmlns:a="http://schemas.openxmlformats.org/drawingml/2006/main">
              <a:ext uri="{FF2B5EF4-FFF2-40B4-BE49-F238E27FC236}">
                <a16:creationId xmlns:a16="http://schemas.microsoft.com/office/drawing/2014/main" id="{4826BADE-C394-4BD1-8E28-1C8252A484E9}"/>
              </a:ext>
            </a:extLst>
          </p:cNvPr>
          <p:cNvSpPr>
            <a:spLocks xmlns:a="http://schemas.openxmlformats.org/drawingml/2006/main" noGrp="1"/>
          </p:cNvSpPr>
          <p:nvPr/>
        </p:nvSpPr>
        <p:spPr>
          <a:xfrm xmlns:a="http://schemas.openxmlformats.org/drawingml/2006/main">
            <a:off x="971550" y="3505200"/>
            <a:ext cx="355600" cy="4127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080"/>
              </a:lnSpc>
              <a:buNone/>
            </a:pPr>
            <a:r>
              <a:rPr sz="2200" b="1">
                <a:solidFill>
                  <a:srgbClr val="176B7B"/>
                </a:solidFill>
                <a:latin typeface="Arial"/>
                <a:ea typeface="Arial"/>
                <a:cs typeface="Arial"/>
              </a:rPr>
              <a:t>3</a:t>
            </a:r>
            <a:endParaRPr sz="2200"/>
          </a:p>
        </p:txBody>
      </p:sp>
      <p:sp>
        <p:nvSpPr>
          <p:cNvPr id="12" name="Text 10">
            <a:extLst xmlns:a="http://schemas.openxmlformats.org/drawingml/2006/main">
              <a:ext uri="{FF2B5EF4-FFF2-40B4-BE49-F238E27FC236}">
                <a16:creationId xmlns:a16="http://schemas.microsoft.com/office/drawing/2014/main" id="{0F103D0B-D488-406B-9008-11A0A357C09F}"/>
              </a:ext>
            </a:extLst>
          </p:cNvPr>
          <p:cNvSpPr>
            <a:spLocks xmlns:a="http://schemas.openxmlformats.org/drawingml/2006/main" noGrp="1"/>
          </p:cNvSpPr>
          <p:nvPr/>
        </p:nvSpPr>
        <p:spPr>
          <a:xfrm xmlns:a="http://schemas.openxmlformats.org/drawingml/2006/main">
            <a:off x="1403350" y="3587750"/>
            <a:ext cx="4208978" cy="2476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750"/>
              </a:lnSpc>
              <a:buNone/>
            </a:pPr>
            <a:r>
              <a:rPr sz="1400" b="1">
                <a:solidFill>
                  <a:srgbClr val="16222F"/>
                </a:solidFill>
                <a:latin typeface="Arial"/>
                <a:ea typeface="Arial"/>
                <a:cs typeface="Arial"/>
              </a:rPr>
              <a:t>Construir indicadores</a:t>
            </a:r>
            <a:r>
              <a:rPr sz="1400">
                <a:solidFill>
                  <a:srgbClr val="16222F"/>
                </a:solidFill>
                <a:latin typeface="Arial"/>
                <a:ea typeface="Arial"/>
                <a:cs typeface="Arial"/>
              </a:rPr>
              <a:t> y verificar los totales</a:t>
            </a:r>
            <a:endParaRPr sz="1400"/>
          </a:p>
        </p:txBody>
      </p:sp>
      <p:sp>
        <p:nvSpPr>
          <p:cNvPr id="13" name="Shape 11">
            <a:extLst xmlns:a="http://schemas.openxmlformats.org/drawingml/2006/main">
              <a:ext uri="{FF2B5EF4-FFF2-40B4-BE49-F238E27FC236}">
                <a16:creationId xmlns:a16="http://schemas.microsoft.com/office/drawing/2014/main" id="{21E96F4D-9D9B-46F0-9C8E-286AC745D1F5}"/>
              </a:ext>
            </a:extLst>
          </p:cNvPr>
          <p:cNvSpPr>
            <a:spLocks xmlns:a="http://schemas.openxmlformats.org/drawingml/2006/main" noGrp="1"/>
          </p:cNvSpPr>
          <p:nvPr/>
        </p:nvSpPr>
        <p:spPr>
          <a:xfrm xmlns:a="http://schemas.openxmlformats.org/drawingml/2006/main">
            <a:off x="815975" y="4105275"/>
            <a:ext cx="4921250" cy="596900"/>
          </a:xfrm>
          <a:prstGeom xmlns:a="http://schemas.openxmlformats.org/drawingml/2006/main" prst="roundRect">
            <a:avLst>
              <a:gd name="adj" fmla="val 16489"/>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Text 12">
            <a:extLst xmlns:a="http://schemas.openxmlformats.org/drawingml/2006/main">
              <a:ext uri="{FF2B5EF4-FFF2-40B4-BE49-F238E27FC236}">
                <a16:creationId xmlns:a16="http://schemas.microsoft.com/office/drawing/2014/main" id="{83C5B2B3-AB68-4E7C-8BDE-56E74859E6ED}"/>
              </a:ext>
            </a:extLst>
          </p:cNvPr>
          <p:cNvSpPr>
            <a:spLocks xmlns:a="http://schemas.openxmlformats.org/drawingml/2006/main" noGrp="1"/>
          </p:cNvSpPr>
          <p:nvPr/>
        </p:nvSpPr>
        <p:spPr>
          <a:xfrm xmlns:a="http://schemas.openxmlformats.org/drawingml/2006/main">
            <a:off x="971550" y="4210050"/>
            <a:ext cx="355600" cy="4127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080"/>
              </a:lnSpc>
              <a:buNone/>
            </a:pPr>
            <a:r>
              <a:rPr sz="2200" b="1">
                <a:solidFill>
                  <a:srgbClr val="176B7B"/>
                </a:solidFill>
                <a:latin typeface="Arial"/>
                <a:ea typeface="Arial"/>
                <a:cs typeface="Arial"/>
              </a:rPr>
              <a:t>4</a:t>
            </a:r>
            <a:endParaRPr sz="2200"/>
          </a:p>
        </p:txBody>
      </p:sp>
      <p:sp>
        <p:nvSpPr>
          <p:cNvPr id="15" name="Text 13">
            <a:extLst xmlns:a="http://schemas.openxmlformats.org/drawingml/2006/main">
              <a:ext uri="{FF2B5EF4-FFF2-40B4-BE49-F238E27FC236}">
                <a16:creationId xmlns:a16="http://schemas.microsoft.com/office/drawing/2014/main" id="{E3FF5682-3544-41FD-B490-3A0D4E3BB012}"/>
              </a:ext>
            </a:extLst>
          </p:cNvPr>
          <p:cNvSpPr>
            <a:spLocks xmlns:a="http://schemas.openxmlformats.org/drawingml/2006/main" noGrp="1"/>
          </p:cNvSpPr>
          <p:nvPr/>
        </p:nvSpPr>
        <p:spPr>
          <a:xfrm xmlns:a="http://schemas.openxmlformats.org/drawingml/2006/main">
            <a:off x="1403350" y="4292600"/>
            <a:ext cx="3948946" cy="2476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750"/>
              </a:lnSpc>
              <a:buNone/>
            </a:pPr>
            <a:r>
              <a:rPr sz="1400" b="1">
                <a:solidFill>
                  <a:srgbClr val="16222F"/>
                </a:solidFill>
                <a:latin typeface="Arial"/>
                <a:ea typeface="Arial"/>
                <a:cs typeface="Arial"/>
              </a:rPr>
              <a:t>Exportar</a:t>
            </a:r>
            <a:r>
              <a:rPr sz="1400">
                <a:solidFill>
                  <a:srgbClr val="16222F"/>
                </a:solidFill>
                <a:latin typeface="Arial"/>
                <a:ea typeface="Arial"/>
                <a:cs typeface="Arial"/>
              </a:rPr>
              <a:t> el resumen sin crear duplicados</a:t>
            </a:r>
            <a:endParaRPr sz="1400"/>
          </a:p>
        </p:txBody>
      </p:sp>
      <p:sp>
        <p:nvSpPr>
          <p:cNvPr id="16" name="Shape 14">
            <a:extLst xmlns:a="http://schemas.openxmlformats.org/drawingml/2006/main">
              <a:ext uri="{FF2B5EF4-FFF2-40B4-BE49-F238E27FC236}">
                <a16:creationId xmlns:a16="http://schemas.microsoft.com/office/drawing/2014/main" id="{08AE203C-8D91-443D-92DD-E5B5E7A236BE}"/>
              </a:ext>
            </a:extLst>
          </p:cNvPr>
          <p:cNvSpPr>
            <a:spLocks xmlns:a="http://schemas.openxmlformats.org/drawingml/2006/main" noGrp="1"/>
          </p:cNvSpPr>
          <p:nvPr/>
        </p:nvSpPr>
        <p:spPr>
          <a:xfrm xmlns:a="http://schemas.openxmlformats.org/drawingml/2006/main">
            <a:off x="812800" y="4806950"/>
            <a:ext cx="4927600" cy="971550"/>
          </a:xfrm>
          <a:prstGeom xmlns:a="http://schemas.openxmlformats.org/drawingml/2006/main" prst="roundRect">
            <a:avLst>
              <a:gd name="adj" fmla="val 10458"/>
            </a:avLst>
          </a:prstGeom>
          <a:solidFill xmlns:a="http://schemas.openxmlformats.org/drawingml/2006/main">
            <a:srgbClr val="13243B"/>
          </a:solidFill>
        </p:spPr>
        <p:txBody>
          <a:bodyPr xmlns:a="http://schemas.openxmlformats.org/drawingml/2006/main"/>
          <a:lstStyle xmlns:a="http://schemas.openxmlformats.org/drawingml/2006/main"/>
          <a:p xmlns:a="http://schemas.openxmlformats.org/drawingml/2006/main">
            <a:endParaRPr/>
          </a:p>
        </p:txBody>
      </p:sp>
      <p:sp>
        <p:nvSpPr>
          <p:cNvPr id="17" name="Text 15">
            <a:extLst xmlns:a="http://schemas.openxmlformats.org/drawingml/2006/main">
              <a:ext uri="{FF2B5EF4-FFF2-40B4-BE49-F238E27FC236}">
                <a16:creationId xmlns:a16="http://schemas.microsoft.com/office/drawing/2014/main" id="{5653F105-1433-4349-BE17-4445D7CE9508}"/>
              </a:ext>
            </a:extLst>
          </p:cNvPr>
          <p:cNvSpPr>
            <a:spLocks xmlns:a="http://schemas.openxmlformats.org/drawingml/2006/main" noGrp="1"/>
          </p:cNvSpPr>
          <p:nvPr/>
        </p:nvSpPr>
        <p:spPr>
          <a:xfrm xmlns:a="http://schemas.openxmlformats.org/drawingml/2006/main">
            <a:off x="965200" y="4933950"/>
            <a:ext cx="4761484" cy="273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b="1">
                <a:solidFill>
                  <a:srgbClr val="E9A23B"/>
                </a:solidFill>
                <a:latin typeface="Arial"/>
                <a:ea typeface="Arial"/>
                <a:cs typeface="Arial"/>
              </a:rPr>
              <a:t>Frecuencia configurable en programador</a:t>
            </a:r>
            <a:endParaRPr sz="1400"/>
          </a:p>
        </p:txBody>
      </p:sp>
      <p:sp>
        <p:nvSpPr>
          <p:cNvPr id="18" name="Text 16">
            <a:extLst xmlns:a="http://schemas.openxmlformats.org/drawingml/2006/main">
              <a:ext uri="{FF2B5EF4-FFF2-40B4-BE49-F238E27FC236}">
                <a16:creationId xmlns:a16="http://schemas.microsoft.com/office/drawing/2014/main" id="{88A55325-EDBF-41EC-AF10-2A6C438E410B}"/>
              </a:ext>
            </a:extLst>
          </p:cNvPr>
          <p:cNvSpPr>
            <a:spLocks xmlns:a="http://schemas.openxmlformats.org/drawingml/2006/main" noGrp="1"/>
          </p:cNvSpPr>
          <p:nvPr/>
        </p:nvSpPr>
        <p:spPr>
          <a:xfrm xmlns:a="http://schemas.openxmlformats.org/drawingml/2006/main">
            <a:off x="965200" y="5232400"/>
            <a:ext cx="4761484"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300">
                <a:solidFill>
                  <a:srgbClr val="F5F3EC"/>
                </a:solidFill>
                <a:latin typeface="Arial"/>
                <a:ea typeface="Arial"/>
                <a:cs typeface="Arial"/>
              </a:rPr>
              <a:t>El flujo procesa archivos Parquet preparados y exporta un resumen por fecha, aerolínea, origen y hora.</a:t>
            </a:r>
            <a:endParaRPr sz="1300"/>
          </a:p>
        </p:txBody>
      </p:sp>
      <p:sp>
        <p:nvSpPr>
          <p:cNvPr id="19" name="Shape 17">
            <a:extLst xmlns:a="http://schemas.openxmlformats.org/drawingml/2006/main">
              <a:ext uri="{FF2B5EF4-FFF2-40B4-BE49-F238E27FC236}">
                <a16:creationId xmlns:a16="http://schemas.microsoft.com/office/drawing/2014/main" id="{5A49E55A-C391-4704-99FF-8CE9F5D2CA01}"/>
              </a:ext>
            </a:extLst>
          </p:cNvPr>
          <p:cNvSpPr>
            <a:spLocks xmlns:a="http://schemas.openxmlformats.org/drawingml/2006/main" noGrp="1"/>
          </p:cNvSpPr>
          <p:nvPr/>
        </p:nvSpPr>
        <p:spPr>
          <a:xfrm xmlns:a="http://schemas.openxmlformats.org/drawingml/2006/main">
            <a:off x="6045200" y="1987550"/>
            <a:ext cx="5334000" cy="3790950"/>
          </a:xfrm>
          <a:prstGeom xmlns:a="http://schemas.openxmlformats.org/drawingml/2006/main" prst="roundRect">
            <a:avLst>
              <a:gd name="adj" fmla="val 2680"/>
            </a:avLst>
          </a:prstGeom>
          <a:solidFill xmlns:a="http://schemas.openxmlformats.org/drawingml/2006/main">
            <a:srgbClr val="13243B"/>
          </a:solidFill>
        </p:spPr>
        <p:txBody>
          <a:bodyPr xmlns:a="http://schemas.openxmlformats.org/drawingml/2006/main"/>
          <a:lstStyle xmlns:a="http://schemas.openxmlformats.org/drawingml/2006/main"/>
          <a:p xmlns:a="http://schemas.openxmlformats.org/drawingml/2006/main">
            <a:endParaRPr/>
          </a:p>
        </p:txBody>
      </p:sp>
      <p:pic>
        <p:nvPicPr>
          <p:cNvPr id="20" name="Image 0">
            <a:extLst xmlns:a="http://schemas.openxmlformats.org/drawingml/2006/main">
              <a:ext uri="{FF2B5EF4-FFF2-40B4-BE49-F238E27FC236}">
                <a16:creationId xmlns:a16="http://schemas.microsoft.com/office/drawing/2014/main" id="{0F42BAAB-29AE-4CF4-A5DF-B5415A4FA2B5}"/>
              </a:ext>
            </a:extLst>
          </p:cNvPr>
          <p:cNvPicPr>
            <a:picLocks xmlns:a="http://schemas.openxmlformats.org/drawingml/2006/main" noChangeAspect="1"/>
          </p:cNvPicPr>
          <p:nvPr/>
        </p:nvPicPr>
        <p:blipFill>
          <a:blip xmlns:r="http://schemas.openxmlformats.org/officeDocument/2006/relationships" xmlns:a="http://schemas.openxmlformats.org/drawingml/2006/main" r:embed="Ra3afc23262db49d9"/>
          <a:srcRect xmlns:a="http://schemas.openxmlformats.org/drawingml/2006/main" l="-2" t="0" r="-2" b="0"/>
          <a:stretch xmlns:a="http://schemas.openxmlformats.org/drawingml/2006/main"/>
        </p:blipFill>
        <p:spPr>
          <a:xfrm xmlns:a="http://schemas.openxmlformats.org/drawingml/2006/main">
            <a:off x="6407150" y="2089150"/>
            <a:ext cx="4610100" cy="3302000"/>
          </a:xfrm>
          <a:prstGeom xmlns:a="http://schemas.openxmlformats.org/drawingml/2006/main" prst="rect">
            <a:avLst/>
          </a:prstGeom>
        </p:spPr>
      </p:pic>
      <p:sp>
        <p:nvSpPr>
          <p:cNvPr id="21" name="Text 18">
            <a:extLst xmlns:a="http://schemas.openxmlformats.org/drawingml/2006/main">
              <a:ext uri="{FF2B5EF4-FFF2-40B4-BE49-F238E27FC236}">
                <a16:creationId xmlns:a16="http://schemas.microsoft.com/office/drawing/2014/main" id="{5F0C2952-AD51-4EB0-90F1-6BA7AC9F5707}"/>
              </a:ext>
            </a:extLst>
          </p:cNvPr>
          <p:cNvSpPr>
            <a:spLocks xmlns:a="http://schemas.openxmlformats.org/drawingml/2006/main" noGrp="1"/>
          </p:cNvSpPr>
          <p:nvPr/>
        </p:nvSpPr>
        <p:spPr>
          <a:xfrm xmlns:a="http://schemas.openxmlformats.org/drawingml/2006/main">
            <a:off x="6546820" y="5467350"/>
            <a:ext cx="4330660" cy="2222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560"/>
              </a:lnSpc>
              <a:buNone/>
            </a:pPr>
            <a:r>
              <a:rPr sz="1200">
                <a:solidFill>
                  <a:srgbClr val="B8C4D2"/>
                </a:solidFill>
                <a:latin typeface="Arial"/>
                <a:ea typeface="Arial"/>
                <a:cs typeface="Arial"/>
              </a:rPr>
              <a:t>Captura de una ejecución de prueba.</a:t>
            </a:r>
            <a:endParaRPr sz="1200"/>
          </a:p>
        </p:txBody>
      </p:sp>
      <p:sp>
        <p:nvSpPr>
          <p:cNvPr id="22" name="Text 19">
            <a:extLst xmlns:a="http://schemas.openxmlformats.org/drawingml/2006/main">
              <a:ext uri="{FF2B5EF4-FFF2-40B4-BE49-F238E27FC236}">
                <a16:creationId xmlns:a16="http://schemas.microsoft.com/office/drawing/2014/main" id="{4BF9D16C-A042-46F4-AB1E-82AA83D75302}"/>
              </a:ext>
            </a:extLst>
          </p:cNvPr>
          <p:cNvSpPr>
            <a:spLocks xmlns:a="http://schemas.openxmlformats.org/drawingml/2006/main" noGrp="1"/>
          </p:cNvSpPr>
          <p:nvPr/>
        </p:nvSpPr>
        <p:spPr>
          <a:xfrm xmlns:a="http://schemas.openxmlformats.org/drawingml/2006/main">
            <a:off x="812800" y="6242050"/>
            <a:ext cx="981075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55606B"/>
                </a:solidFill>
                <a:latin typeface="Arial"/>
                <a:ea typeface="Arial"/>
                <a:cs typeface="Arial"/>
              </a:rPr>
              <a:t>Prefect ejecutado por mes desde Parquet preparado: 3.944.916 vuelos y 1.726.512 filas agregadas.</a:t>
            </a:r>
            <a:endParaRPr sz="1200"/>
          </a:p>
        </p:txBody>
      </p:sp>
      <p:sp>
        <p:nvSpPr>
          <p:cNvPr id="23" name="Text 20">
            <a:extLst xmlns:a="http://schemas.openxmlformats.org/drawingml/2006/main">
              <a:ext uri="{FF2B5EF4-FFF2-40B4-BE49-F238E27FC236}">
                <a16:creationId xmlns:a16="http://schemas.microsoft.com/office/drawing/2014/main" id="{C5915F1D-8B6D-4F0E-9609-78696289BADF}"/>
              </a:ext>
            </a:extLst>
          </p:cNvPr>
          <p:cNvSpPr>
            <a:spLocks xmlns:a="http://schemas.openxmlformats.org/drawingml/2006/main" noGrp="1"/>
          </p:cNvSpPr>
          <p:nvPr/>
        </p:nvSpPr>
        <p:spPr>
          <a:xfrm xmlns:a="http://schemas.openxmlformats.org/drawingml/2006/main">
            <a:off x="10693400" y="6242050"/>
            <a:ext cx="685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55606B"/>
                </a:solidFill>
                <a:latin typeface="Arial"/>
                <a:ea typeface="Arial"/>
                <a:cs typeface="Arial"/>
              </a:rPr>
              <a:t>10</a:t>
            </a:r>
            <a:endParaRPr sz="1200"/>
          </a:p>
        </p:txBody>
      </p:sp>
    </p:spTree>
    <p:extLst>
      <p:ext uri="{BB962C8B-B14F-4D97-AF65-F5344CB8AC3E}">
        <p14:creationId xmlns:p14="http://schemas.microsoft.com/office/powerpoint/2010/main" val="736975592"/>
      </p:ext>
    </p:extLst>
  </p:cSld>
</p:sld>
</file>

<file path=ppt/slides/slide12.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6A46CFF-6520-4AA3-B3B0-1215D1867588}"/>
              </a:ext>
            </a:extLst>
          </p:cNvPr>
          <p:cNvSpPr>
            <a:spLocks xmlns:a="http://schemas.openxmlformats.org/drawingml/2006/main" noGrp="1"/>
          </p:cNvSpPr>
          <p:nvPr/>
        </p:nvSpPr>
        <p:spPr>
          <a:xfrm xmlns:a="http://schemas.openxmlformats.org/drawingml/2006/main">
            <a:off x="812800" y="812800"/>
            <a:ext cx="10883392" cy="273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1960"/>
              </a:lnSpc>
              <a:buNone/>
            </a:pPr>
            <a:r>
              <a:rPr sz="1400" b="1" spc="100">
                <a:solidFill>
                  <a:srgbClr val="176B7B"/>
                </a:solidFill>
                <a:latin typeface="Arial"/>
                <a:ea typeface="Arial"/>
                <a:cs typeface="Arial"/>
              </a:rPr>
              <a:t>8 · QUE FUNCIONE SIN NOSOTROS · RESULTADOS EN LA NUBE</a:t>
            </a:r>
            <a:endParaRPr sz="1400"/>
          </a:p>
        </p:txBody>
      </p:sp>
      <p:sp>
        <p:nvSpPr>
          <p:cNvPr id="3" name="Text 1">
            <a:extLst xmlns:a="http://schemas.openxmlformats.org/drawingml/2006/main">
              <a:ext uri="{FF2B5EF4-FFF2-40B4-BE49-F238E27FC236}">
                <a16:creationId xmlns:a16="http://schemas.microsoft.com/office/drawing/2014/main" id="{184BC550-E692-4D3E-9E26-620F002609F8}"/>
              </a:ext>
            </a:extLst>
          </p:cNvPr>
          <p:cNvSpPr>
            <a:spLocks xmlns:a="http://schemas.openxmlformats.org/drawingml/2006/main" noGrp="1"/>
          </p:cNvSpPr>
          <p:nvPr>
            <p:ph type="title" idx="0"/>
          </p:nvPr>
        </p:nvSpPr>
        <p:spPr>
          <a:xfrm xmlns:a="http://schemas.openxmlformats.org/drawingml/2006/main">
            <a:off x="812800" y="1314450"/>
            <a:ext cx="10883392"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300"/>
              </a:lnSpc>
              <a:buNone/>
            </a:pPr>
            <a:r>
              <a:rPr sz="3000" b="1" i="0">
                <a:solidFill>
                  <a:srgbClr val="16222F"/>
                </a:solidFill>
                <a:latin typeface="Arial"/>
                <a:ea typeface="Arial"/>
                <a:cs typeface="Arial"/>
              </a:rPr>
              <a:t>Salida analítica preparada; despliegue pendiente</a:t>
            </a:r>
            <a:endParaRPr sz="3000"/>
          </a:p>
        </p:txBody>
      </p:sp>
      <p:sp>
        <p:nvSpPr>
          <p:cNvPr id="4" name="Shape 2">
            <a:extLst xmlns:a="http://schemas.openxmlformats.org/drawingml/2006/main">
              <a:ext uri="{FF2B5EF4-FFF2-40B4-BE49-F238E27FC236}">
                <a16:creationId xmlns:a16="http://schemas.microsoft.com/office/drawing/2014/main" id="{468D305F-B044-4EE7-A890-CCFD00DD1A25}"/>
              </a:ext>
            </a:extLst>
          </p:cNvPr>
          <p:cNvSpPr>
            <a:spLocks xmlns:a="http://schemas.openxmlformats.org/drawingml/2006/main" noGrp="1"/>
          </p:cNvSpPr>
          <p:nvPr/>
        </p:nvSpPr>
        <p:spPr>
          <a:xfrm xmlns:a="http://schemas.openxmlformats.org/drawingml/2006/main">
            <a:off x="812800" y="1987550"/>
            <a:ext cx="3276600" cy="1416050"/>
          </a:xfrm>
          <a:prstGeom xmlns:a="http://schemas.openxmlformats.org/drawingml/2006/main" prst="roundRect">
            <a:avLst>
              <a:gd name="adj" fmla="val 7175"/>
            </a:avLst>
          </a:prstGeom>
          <a:solidFill xmlns:a="http://schemas.openxmlformats.org/drawingml/2006/main">
            <a:srgbClr val="13243B"/>
          </a:solidFill>
        </p:spPr>
        <p:txBody>
          <a:bodyPr xmlns:a="http://schemas.openxmlformats.org/drawingml/2006/main"/>
          <a:lstStyle xmlns:a="http://schemas.openxmlformats.org/drawingml/2006/main"/>
          <a:p xmlns:a="http://schemas.openxmlformats.org/drawingml/2006/main">
            <a:endParaRPr/>
          </a:p>
        </p:txBody>
      </p:sp>
      <p:sp>
        <p:nvSpPr>
          <p:cNvPr id="5" name="Text 3">
            <a:extLst xmlns:a="http://schemas.openxmlformats.org/drawingml/2006/main">
              <a:ext uri="{FF2B5EF4-FFF2-40B4-BE49-F238E27FC236}">
                <a16:creationId xmlns:a16="http://schemas.microsoft.com/office/drawing/2014/main" id="{7CFA1B77-8C99-4457-9308-9D3A4865324C}"/>
              </a:ext>
            </a:extLst>
          </p:cNvPr>
          <p:cNvSpPr>
            <a:spLocks xmlns:a="http://schemas.openxmlformats.org/drawingml/2006/main" noGrp="1"/>
          </p:cNvSpPr>
          <p:nvPr/>
        </p:nvSpPr>
        <p:spPr>
          <a:xfrm xmlns:a="http://schemas.openxmlformats.org/drawingml/2006/main">
            <a:off x="990600" y="2139950"/>
            <a:ext cx="3008630" cy="4699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520"/>
              </a:lnSpc>
              <a:buNone/>
            </a:pPr>
            <a:r>
              <a:rPr sz="3200" b="1">
                <a:solidFill>
                  <a:srgbClr val="E9A23B"/>
                </a:solidFill>
                <a:latin typeface="Arial"/>
                <a:ea typeface="Arial"/>
                <a:cs typeface="Arial"/>
              </a:rPr>
              <a:t>1.726.512</a:t>
            </a:r>
            <a:endParaRPr sz="3200"/>
          </a:p>
        </p:txBody>
      </p:sp>
      <p:sp>
        <p:nvSpPr>
          <p:cNvPr id="6" name="Text 4">
            <a:extLst xmlns:a="http://schemas.openxmlformats.org/drawingml/2006/main">
              <a:ext uri="{FF2B5EF4-FFF2-40B4-BE49-F238E27FC236}">
                <a16:creationId xmlns:a16="http://schemas.microsoft.com/office/drawing/2014/main" id="{4D92B521-88AD-466F-8CA7-4CEBFC0A41D4}"/>
              </a:ext>
            </a:extLst>
          </p:cNvPr>
          <p:cNvSpPr>
            <a:spLocks xmlns:a="http://schemas.openxmlformats.org/drawingml/2006/main" noGrp="1"/>
          </p:cNvSpPr>
          <p:nvPr/>
        </p:nvSpPr>
        <p:spPr>
          <a:xfrm xmlns:a="http://schemas.openxmlformats.org/drawingml/2006/main">
            <a:off x="990600" y="2622550"/>
            <a:ext cx="3008630" cy="654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300">
                <a:solidFill>
                  <a:srgbClr val="B8C4D2"/>
                </a:solidFill>
                <a:latin typeface="Arial"/>
                <a:ea typeface="Arial"/>
                <a:cs typeface="Arial"/>
              </a:rPr>
              <a:t>filas agregadas preparadas localmente: 3.944.916 vuelos, 853.962 retrasos</a:t>
            </a:r>
            <a:endParaRPr sz="1300"/>
          </a:p>
        </p:txBody>
      </p:sp>
      <p:sp>
        <p:nvSpPr>
          <p:cNvPr id="7" name="Shape 5">
            <a:extLst xmlns:a="http://schemas.openxmlformats.org/drawingml/2006/main">
              <a:ext uri="{FF2B5EF4-FFF2-40B4-BE49-F238E27FC236}">
                <a16:creationId xmlns:a16="http://schemas.microsoft.com/office/drawing/2014/main" id="{2747D5DF-51EC-4C17-AD62-FB9F2301ECBC}"/>
              </a:ext>
            </a:extLst>
          </p:cNvPr>
          <p:cNvSpPr>
            <a:spLocks xmlns:a="http://schemas.openxmlformats.org/drawingml/2006/main" noGrp="1"/>
          </p:cNvSpPr>
          <p:nvPr/>
        </p:nvSpPr>
        <p:spPr>
          <a:xfrm xmlns:a="http://schemas.openxmlformats.org/drawingml/2006/main">
            <a:off x="815975" y="3533775"/>
            <a:ext cx="3270250" cy="1003300"/>
          </a:xfrm>
          <a:prstGeom xmlns:a="http://schemas.openxmlformats.org/drawingml/2006/main" prst="roundRect">
            <a:avLst>
              <a:gd name="adj" fmla="val 9810"/>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F45A8354-7A90-4F23-88BD-1D045871C19B}"/>
              </a:ext>
            </a:extLst>
          </p:cNvPr>
          <p:cNvSpPr>
            <a:spLocks xmlns:a="http://schemas.openxmlformats.org/drawingml/2006/main" noGrp="1"/>
          </p:cNvSpPr>
          <p:nvPr/>
        </p:nvSpPr>
        <p:spPr>
          <a:xfrm xmlns:a="http://schemas.openxmlformats.org/drawingml/2006/main">
            <a:off x="996950" y="3689350"/>
            <a:ext cx="2995549" cy="2603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75"/>
              </a:lnSpc>
              <a:buNone/>
            </a:pPr>
            <a:r>
              <a:rPr sz="1500" b="1">
                <a:solidFill>
                  <a:srgbClr val="16222F"/>
                </a:solidFill>
                <a:latin typeface="Arial"/>
                <a:ea typeface="Arial"/>
                <a:cs typeface="Arial"/>
              </a:rPr>
              <a:t>Solo el resultado analítico</a:t>
            </a:r>
            <a:endParaRPr sz="1500"/>
          </a:p>
        </p:txBody>
      </p:sp>
      <p:sp>
        <p:nvSpPr>
          <p:cNvPr id="9" name="Text 7">
            <a:extLst xmlns:a="http://schemas.openxmlformats.org/drawingml/2006/main">
              <a:ext uri="{FF2B5EF4-FFF2-40B4-BE49-F238E27FC236}">
                <a16:creationId xmlns:a16="http://schemas.microsoft.com/office/drawing/2014/main" id="{E639A870-6369-4268-990E-2832741DFD25}"/>
              </a:ext>
            </a:extLst>
          </p:cNvPr>
          <p:cNvSpPr>
            <a:spLocks xmlns:a="http://schemas.openxmlformats.org/drawingml/2006/main" noGrp="1"/>
          </p:cNvSpPr>
          <p:nvPr/>
        </p:nvSpPr>
        <p:spPr>
          <a:xfrm xmlns:a="http://schemas.openxmlformats.org/drawingml/2006/main">
            <a:off x="996950" y="3962400"/>
            <a:ext cx="2995549"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90"/>
              </a:lnSpc>
              <a:buNone/>
            </a:pPr>
            <a:r>
              <a:rPr sz="1300">
                <a:solidFill>
                  <a:srgbClr val="55606B"/>
                </a:solidFill>
                <a:latin typeface="Arial"/>
                <a:ea typeface="Arial"/>
                <a:cs typeface="Arial"/>
              </a:rPr>
              <a:t>El dataset original nunca se sube a AWS.</a:t>
            </a:r>
            <a:endParaRPr sz="1300"/>
          </a:p>
        </p:txBody>
      </p:sp>
      <p:sp>
        <p:nvSpPr>
          <p:cNvPr id="10" name="Text 8">
            <a:extLst xmlns:a="http://schemas.openxmlformats.org/drawingml/2006/main">
              <a:ext uri="{FF2B5EF4-FFF2-40B4-BE49-F238E27FC236}">
                <a16:creationId xmlns:a16="http://schemas.microsoft.com/office/drawing/2014/main" id="{D7A65752-B340-42E4-A68A-C3334BCF550C}"/>
              </a:ext>
            </a:extLst>
          </p:cNvPr>
          <p:cNvSpPr>
            <a:spLocks xmlns:a="http://schemas.openxmlformats.org/drawingml/2006/main" noGrp="1"/>
          </p:cNvSpPr>
          <p:nvPr/>
        </p:nvSpPr>
        <p:spPr>
          <a:xfrm xmlns:a="http://schemas.openxmlformats.org/drawingml/2006/main">
            <a:off x="815975" y="4670425"/>
            <a:ext cx="3270250" cy="977900"/>
          </a:xfrm>
          <a:prstGeom xmlns:a="http://schemas.openxmlformats.org/drawingml/2006/main" prst="roundRect">
            <a:avLst>
              <a:gd name="adj" fmla="val 10065"/>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wrap="square" lIns="152147" tIns="126747" rIns="64898" bIns="101347" anchor="t">
            <a:normAutofit/>
          </a:bodyPr>
          <a:lstStyle xmlns:a="http://schemas.openxmlformats.org/drawingml/2006/main"/>
          <a:p xmlns:a="http://schemas.openxmlformats.org/drawingml/2006/main">
            <a:pPr marL="0" indent="0" algn="l">
              <a:lnSpc>
                <a:spcPts val="1755"/>
              </a:lnSpc>
              <a:buNone/>
            </a:pPr>
            <a:r>
              <a:rPr sz="1300">
                <a:solidFill>
                  <a:srgbClr val="55606B"/>
                </a:solidFill>
                <a:latin typeface="Arial"/>
                <a:ea typeface="Arial"/>
                <a:cs typeface="Arial"/>
              </a:rPr>
              <a:t>La conexión y carga en AWS no se verificaron. Falta conectar Grafana y validar lectura.</a:t>
            </a:r>
            <a:endParaRPr sz="1300"/>
          </a:p>
        </p:txBody>
      </p:sp>
      <p:sp>
        <p:nvSpPr>
          <p:cNvPr id="11" name="Shape 9">
            <a:extLst xmlns:a="http://schemas.openxmlformats.org/drawingml/2006/main">
              <a:ext uri="{FF2B5EF4-FFF2-40B4-BE49-F238E27FC236}">
                <a16:creationId xmlns:a16="http://schemas.microsoft.com/office/drawing/2014/main" id="{BD16D23E-9E1C-4E97-B84D-B83AF63B0B0C}"/>
              </a:ext>
            </a:extLst>
          </p:cNvPr>
          <p:cNvSpPr>
            <a:spLocks xmlns:a="http://schemas.openxmlformats.org/drawingml/2006/main" noGrp="1"/>
          </p:cNvSpPr>
          <p:nvPr/>
        </p:nvSpPr>
        <p:spPr>
          <a:xfrm xmlns:a="http://schemas.openxmlformats.org/drawingml/2006/main">
            <a:off x="4394200" y="1987550"/>
            <a:ext cx="6985000" cy="3816350"/>
          </a:xfrm>
          <a:prstGeom xmlns:a="http://schemas.openxmlformats.org/drawingml/2006/main" prst="roundRect">
            <a:avLst>
              <a:gd name="adj" fmla="val 2662"/>
            </a:avLst>
          </a:prstGeom>
          <a:solidFill xmlns:a="http://schemas.openxmlformats.org/drawingml/2006/main">
            <a:srgbClr val="0F1B2D"/>
          </a:solidFill>
        </p:spPr>
        <p:txBody>
          <a:bodyPr xmlns:a="http://schemas.openxmlformats.org/drawingml/2006/main"/>
          <a:lstStyle xmlns:a="http://schemas.openxmlformats.org/drawingml/2006/main"/>
          <a:p xmlns:a="http://schemas.openxmlformats.org/drawingml/2006/main">
            <a:endParaRPr/>
          </a:p>
        </p:txBody>
      </p:sp>
      <p:pic>
        <p:nvPicPr>
          <p:cNvPr id="12" name="Image 0">
            <a:extLst xmlns:a="http://schemas.openxmlformats.org/drawingml/2006/main">
              <a:ext uri="{FF2B5EF4-FFF2-40B4-BE49-F238E27FC236}">
                <a16:creationId xmlns:a16="http://schemas.microsoft.com/office/drawing/2014/main" id="{600A1403-CCF5-42A6-AC6D-21B23B61BA67}"/>
              </a:ext>
            </a:extLst>
          </p:cNvPr>
          <p:cNvPicPr>
            <a:picLocks xmlns:a="http://schemas.openxmlformats.org/drawingml/2006/main" noChangeAspect="1"/>
          </p:cNvPicPr>
          <p:nvPr/>
        </p:nvPicPr>
        <p:blipFill>
          <a:blip xmlns:r="http://schemas.openxmlformats.org/officeDocument/2006/relationships" xmlns:a="http://schemas.openxmlformats.org/drawingml/2006/main" r:embed="R62e6f77e796e4a58"/>
          <a:srcRect xmlns:a="http://schemas.openxmlformats.org/drawingml/2006/main" l="0" t="-34" r="0" b="-34"/>
          <a:stretch xmlns:a="http://schemas.openxmlformats.org/drawingml/2006/main"/>
        </p:blipFill>
        <p:spPr>
          <a:xfrm xmlns:a="http://schemas.openxmlformats.org/drawingml/2006/main">
            <a:off x="4470400" y="2063750"/>
            <a:ext cx="6832600" cy="3663950"/>
          </a:xfrm>
          <a:prstGeom xmlns:a="http://schemas.openxmlformats.org/drawingml/2006/main" prst="rect">
            <a:avLst/>
          </a:prstGeom>
        </p:spPr>
      </p:pic>
      <p:sp>
        <p:nvSpPr>
          <p:cNvPr id="13" name="Text 10">
            <a:extLst xmlns:a="http://schemas.openxmlformats.org/drawingml/2006/main">
              <a:ext uri="{FF2B5EF4-FFF2-40B4-BE49-F238E27FC236}">
                <a16:creationId xmlns:a16="http://schemas.microsoft.com/office/drawing/2014/main" id="{7538AA1B-CCFF-4493-92D6-4C37D626C9B1}"/>
              </a:ext>
            </a:extLst>
          </p:cNvPr>
          <p:cNvSpPr>
            <a:spLocks xmlns:a="http://schemas.openxmlformats.org/drawingml/2006/main" noGrp="1"/>
          </p:cNvSpPr>
          <p:nvPr/>
        </p:nvSpPr>
        <p:spPr>
          <a:xfrm xmlns:a="http://schemas.openxmlformats.org/drawingml/2006/main">
            <a:off x="812800" y="6242050"/>
            <a:ext cx="981075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55606B"/>
                </a:solidFill>
                <a:latin typeface="Arial"/>
                <a:ea typeface="Arial"/>
                <a:cs typeface="Arial"/>
              </a:rPr>
              <a:t>Dashboard JSON preparado; captura previa. Conexión no verificada en este corte.</a:t>
            </a:r>
            <a:endParaRPr sz="1200"/>
          </a:p>
        </p:txBody>
      </p:sp>
      <p:sp>
        <p:nvSpPr>
          <p:cNvPr id="14" name="Text 11">
            <a:extLst xmlns:a="http://schemas.openxmlformats.org/drawingml/2006/main">
              <a:ext uri="{FF2B5EF4-FFF2-40B4-BE49-F238E27FC236}">
                <a16:creationId xmlns:a16="http://schemas.microsoft.com/office/drawing/2014/main" id="{E5E5F30B-01CA-4D23-B8DD-A3A255CF3E00}"/>
              </a:ext>
            </a:extLst>
          </p:cNvPr>
          <p:cNvSpPr>
            <a:spLocks xmlns:a="http://schemas.openxmlformats.org/drawingml/2006/main" noGrp="1"/>
          </p:cNvSpPr>
          <p:nvPr/>
        </p:nvSpPr>
        <p:spPr>
          <a:xfrm xmlns:a="http://schemas.openxmlformats.org/drawingml/2006/main">
            <a:off x="10693400" y="6242050"/>
            <a:ext cx="685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55606B"/>
                </a:solidFill>
                <a:latin typeface="Arial"/>
                <a:ea typeface="Arial"/>
                <a:cs typeface="Arial"/>
              </a:rPr>
              <a:t>11</a:t>
            </a:r>
            <a:endParaRPr sz="1200"/>
          </a:p>
        </p:txBody>
      </p:sp>
    </p:spTree>
    <p:extLst>
      <p:ext uri="{BB962C8B-B14F-4D97-AF65-F5344CB8AC3E}">
        <p14:creationId xmlns:p14="http://schemas.microsoft.com/office/powerpoint/2010/main" val="1539909719"/>
      </p:ext>
    </p:extLst>
  </p:cSld>
</p:sld>
</file>

<file path=ppt/slides/slide13.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2341894-CAC6-4B65-A6D5-410A7B17D0BF}"/>
              </a:ext>
            </a:extLst>
          </p:cNvPr>
          <p:cNvSpPr>
            <a:spLocks xmlns:a="http://schemas.openxmlformats.org/drawingml/2006/main" noGrp="1"/>
          </p:cNvSpPr>
          <p:nvPr/>
        </p:nvSpPr>
        <p:spPr>
          <a:xfrm xmlns:a="http://schemas.openxmlformats.org/drawingml/2006/main">
            <a:off x="812800" y="812800"/>
            <a:ext cx="10883392" cy="2730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1960"/>
              </a:lnSpc>
              <a:buNone/>
            </a:pPr>
            <a:r>
              <a:rPr sz="1400" b="1" spc="100">
                <a:solidFill>
                  <a:srgbClr val="176B7B"/>
                </a:solidFill>
                <a:latin typeface="Arial"/>
                <a:ea typeface="Arial"/>
                <a:cs typeface="Arial"/>
              </a:rPr>
              <a:t>9 · RECOMENDACIONES</a:t>
            </a:r>
            <a:endParaRPr sz="1400"/>
          </a:p>
        </p:txBody>
      </p:sp>
      <p:sp>
        <p:nvSpPr>
          <p:cNvPr id="3" name="Text 1">
            <a:extLst xmlns:a="http://schemas.openxmlformats.org/drawingml/2006/main">
              <a:ext uri="{FF2B5EF4-FFF2-40B4-BE49-F238E27FC236}">
                <a16:creationId xmlns:a16="http://schemas.microsoft.com/office/drawing/2014/main" id="{FF0DB85A-FE1C-49D3-A418-D5B7EB27DA73}"/>
              </a:ext>
            </a:extLst>
          </p:cNvPr>
          <p:cNvSpPr>
            <a:spLocks xmlns:a="http://schemas.openxmlformats.org/drawingml/2006/main" noGrp="1"/>
          </p:cNvSpPr>
          <p:nvPr>
            <p:ph type="title" idx="0"/>
          </p:nvPr>
        </p:nvSpPr>
        <p:spPr>
          <a:xfrm xmlns:a="http://schemas.openxmlformats.org/drawingml/2006/main">
            <a:off x="812800" y="1314450"/>
            <a:ext cx="10883392" cy="444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300"/>
              </a:lnSpc>
              <a:buNone/>
            </a:pPr>
            <a:r>
              <a:rPr sz="3000" b="1" i="0">
                <a:solidFill>
                  <a:srgbClr val="16222F"/>
                </a:solidFill>
                <a:latin typeface="Arial"/>
                <a:ea typeface="Arial"/>
                <a:cs typeface="Arial"/>
              </a:rPr>
              <a:t>Pasos para evaluar una aplicación en Colombia</a:t>
            </a:r>
            <a:endParaRPr sz="3000"/>
          </a:p>
        </p:txBody>
      </p:sp>
      <p:sp>
        <p:nvSpPr>
          <p:cNvPr id="4" name="Shape 2">
            <a:extLst xmlns:a="http://schemas.openxmlformats.org/drawingml/2006/main">
              <a:ext uri="{FF2B5EF4-FFF2-40B4-BE49-F238E27FC236}">
                <a16:creationId xmlns:a16="http://schemas.microsoft.com/office/drawing/2014/main" id="{AAB9B2D5-2F55-4A30-A265-175155FFE4F9}"/>
              </a:ext>
            </a:extLst>
          </p:cNvPr>
          <p:cNvSpPr>
            <a:spLocks xmlns:a="http://schemas.openxmlformats.org/drawingml/2006/main" noGrp="1"/>
          </p:cNvSpPr>
          <p:nvPr/>
        </p:nvSpPr>
        <p:spPr>
          <a:xfrm xmlns:a="http://schemas.openxmlformats.org/drawingml/2006/main">
            <a:off x="815975" y="1990725"/>
            <a:ext cx="3414216" cy="2025650"/>
          </a:xfrm>
          <a:prstGeom xmlns:a="http://schemas.openxmlformats.org/drawingml/2006/main" prst="roundRect">
            <a:avLst>
              <a:gd name="adj" fmla="val 4859"/>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3">
            <a:extLst xmlns:a="http://schemas.openxmlformats.org/drawingml/2006/main">
              <a:ext uri="{FF2B5EF4-FFF2-40B4-BE49-F238E27FC236}">
                <a16:creationId xmlns:a16="http://schemas.microsoft.com/office/drawing/2014/main" id="{F70A8713-6446-4CD2-A24D-099BC2D95521}"/>
              </a:ext>
            </a:extLst>
          </p:cNvPr>
          <p:cNvSpPr>
            <a:spLocks xmlns:a="http://schemas.openxmlformats.org/drawingml/2006/main" noGrp="1"/>
          </p:cNvSpPr>
          <p:nvPr/>
        </p:nvSpPr>
        <p:spPr>
          <a:xfrm xmlns:a="http://schemas.openxmlformats.org/drawingml/2006/main">
            <a:off x="1022350" y="2197100"/>
            <a:ext cx="3091510" cy="482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600"/>
              </a:lnSpc>
              <a:buNone/>
            </a:pPr>
            <a:r>
              <a:rPr sz="3600" b="1">
                <a:solidFill>
                  <a:srgbClr val="176B7B"/>
                </a:solidFill>
                <a:latin typeface="Arial"/>
                <a:ea typeface="Arial"/>
                <a:cs typeface="Arial"/>
              </a:rPr>
              <a:t>1</a:t>
            </a:r>
            <a:endParaRPr sz="3600"/>
          </a:p>
        </p:txBody>
      </p:sp>
      <p:sp>
        <p:nvSpPr>
          <p:cNvPr id="6" name="Text 4">
            <a:extLst xmlns:a="http://schemas.openxmlformats.org/drawingml/2006/main">
              <a:ext uri="{FF2B5EF4-FFF2-40B4-BE49-F238E27FC236}">
                <a16:creationId xmlns:a16="http://schemas.microsoft.com/office/drawing/2014/main" id="{0FDBCA66-4A6C-4029-86CA-B367C1482E33}"/>
              </a:ext>
            </a:extLst>
          </p:cNvPr>
          <p:cNvSpPr>
            <a:spLocks xmlns:a="http://schemas.openxmlformats.org/drawingml/2006/main" noGrp="1"/>
          </p:cNvSpPr>
          <p:nvPr/>
        </p:nvSpPr>
        <p:spPr>
          <a:xfrm xmlns:a="http://schemas.openxmlformats.org/drawingml/2006/main">
            <a:off x="1022350" y="2743200"/>
            <a:ext cx="3091510" cy="2984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160"/>
              </a:lnSpc>
              <a:buNone/>
            </a:pPr>
            <a:r>
              <a:rPr sz="1800" b="1">
                <a:solidFill>
                  <a:srgbClr val="16222F"/>
                </a:solidFill>
                <a:latin typeface="Arial"/>
                <a:ea typeface="Arial"/>
                <a:cs typeface="Arial"/>
              </a:rPr>
              <a:t>Datos y normativa local</a:t>
            </a:r>
            <a:endParaRPr sz="1800"/>
          </a:p>
        </p:txBody>
      </p:sp>
      <p:sp>
        <p:nvSpPr>
          <p:cNvPr id="7" name="Text 5">
            <a:extLst xmlns:a="http://schemas.openxmlformats.org/drawingml/2006/main">
              <a:ext uri="{FF2B5EF4-FFF2-40B4-BE49-F238E27FC236}">
                <a16:creationId xmlns:a16="http://schemas.microsoft.com/office/drawing/2014/main" id="{BD37D297-DA64-4107-A04B-E5ECDDD1DEA6}"/>
              </a:ext>
            </a:extLst>
          </p:cNvPr>
          <p:cNvSpPr>
            <a:spLocks xmlns:a="http://schemas.openxmlformats.org/drawingml/2006/main" noGrp="1"/>
          </p:cNvSpPr>
          <p:nvPr/>
        </p:nvSpPr>
        <p:spPr>
          <a:xfrm xmlns:a="http://schemas.openxmlformats.org/drawingml/2006/main">
            <a:off x="1022350" y="3105150"/>
            <a:ext cx="3091510" cy="7302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90"/>
              </a:lnSpc>
              <a:buNone/>
            </a:pPr>
            <a:r>
              <a:rPr sz="1400">
                <a:solidFill>
                  <a:srgbClr val="55606B"/>
                </a:solidFill>
                <a:latin typeface="Arial"/>
                <a:ea typeface="Arial"/>
                <a:cs typeface="Arial"/>
              </a:rPr>
              <a:t>Validar con vuelos colombianos y revisar RAC y procedimientos de la aerolínea.</a:t>
            </a:r>
            <a:endParaRPr sz="1400"/>
          </a:p>
        </p:txBody>
      </p:sp>
      <p:sp>
        <p:nvSpPr>
          <p:cNvPr id="8" name="Shape 6">
            <a:extLst xmlns:a="http://schemas.openxmlformats.org/drawingml/2006/main">
              <a:ext uri="{FF2B5EF4-FFF2-40B4-BE49-F238E27FC236}">
                <a16:creationId xmlns:a16="http://schemas.microsoft.com/office/drawing/2014/main" id="{907BC5F2-5BEA-4C90-8A06-3D8825B54F43}"/>
              </a:ext>
            </a:extLst>
          </p:cNvPr>
          <p:cNvSpPr>
            <a:spLocks xmlns:a="http://schemas.openxmlformats.org/drawingml/2006/main" noGrp="1"/>
          </p:cNvSpPr>
          <p:nvPr/>
        </p:nvSpPr>
        <p:spPr>
          <a:xfrm xmlns:a="http://schemas.openxmlformats.org/drawingml/2006/main">
            <a:off x="4388941" y="1990725"/>
            <a:ext cx="3414216" cy="2025650"/>
          </a:xfrm>
          <a:prstGeom xmlns:a="http://schemas.openxmlformats.org/drawingml/2006/main" prst="roundRect">
            <a:avLst>
              <a:gd name="adj" fmla="val 4859"/>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Text 7">
            <a:extLst xmlns:a="http://schemas.openxmlformats.org/drawingml/2006/main">
              <a:ext uri="{FF2B5EF4-FFF2-40B4-BE49-F238E27FC236}">
                <a16:creationId xmlns:a16="http://schemas.microsoft.com/office/drawing/2014/main" id="{FE59ED9F-FA59-40A0-B881-FC6A11678A55}"/>
              </a:ext>
            </a:extLst>
          </p:cNvPr>
          <p:cNvSpPr>
            <a:spLocks xmlns:a="http://schemas.openxmlformats.org/drawingml/2006/main" noGrp="1"/>
          </p:cNvSpPr>
          <p:nvPr/>
        </p:nvSpPr>
        <p:spPr>
          <a:xfrm xmlns:a="http://schemas.openxmlformats.org/drawingml/2006/main">
            <a:off x="4595316" y="2197100"/>
            <a:ext cx="3091510" cy="482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600"/>
              </a:lnSpc>
              <a:buNone/>
            </a:pPr>
            <a:r>
              <a:rPr sz="3600" b="1">
                <a:solidFill>
                  <a:srgbClr val="176B7B"/>
                </a:solidFill>
                <a:latin typeface="Arial"/>
                <a:ea typeface="Arial"/>
                <a:cs typeface="Arial"/>
              </a:rPr>
              <a:t>2</a:t>
            </a:r>
            <a:endParaRPr sz="3600"/>
          </a:p>
        </p:txBody>
      </p:sp>
      <p:sp>
        <p:nvSpPr>
          <p:cNvPr id="10" name="Text 8">
            <a:extLst xmlns:a="http://schemas.openxmlformats.org/drawingml/2006/main">
              <a:ext uri="{FF2B5EF4-FFF2-40B4-BE49-F238E27FC236}">
                <a16:creationId xmlns:a16="http://schemas.microsoft.com/office/drawing/2014/main" id="{2CA9280D-247D-4DF9-9746-5C814BDBDE08}"/>
              </a:ext>
            </a:extLst>
          </p:cNvPr>
          <p:cNvSpPr>
            <a:spLocks xmlns:a="http://schemas.openxmlformats.org/drawingml/2006/main" noGrp="1"/>
          </p:cNvSpPr>
          <p:nvPr/>
        </p:nvSpPr>
        <p:spPr>
          <a:xfrm xmlns:a="http://schemas.openxmlformats.org/drawingml/2006/main">
            <a:off x="4595316" y="2743200"/>
            <a:ext cx="3091510" cy="2984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160"/>
              </a:lnSpc>
              <a:buNone/>
            </a:pPr>
            <a:r>
              <a:rPr sz="1800" b="1">
                <a:solidFill>
                  <a:srgbClr val="16222F"/>
                </a:solidFill>
                <a:latin typeface="Arial"/>
                <a:ea typeface="Arial"/>
                <a:cs typeface="Arial"/>
              </a:rPr>
              <a:t>Validar horizonte 24 h</a:t>
            </a:r>
            <a:endParaRPr sz="1800"/>
          </a:p>
        </p:txBody>
      </p:sp>
      <p:sp>
        <p:nvSpPr>
          <p:cNvPr id="11" name="Text 9">
            <a:extLst xmlns:a="http://schemas.openxmlformats.org/drawingml/2006/main">
              <a:ext uri="{FF2B5EF4-FFF2-40B4-BE49-F238E27FC236}">
                <a16:creationId xmlns:a16="http://schemas.microsoft.com/office/drawing/2014/main" id="{8C5448E9-03E4-4104-B219-AFB6D728CEF3}"/>
              </a:ext>
            </a:extLst>
          </p:cNvPr>
          <p:cNvSpPr>
            <a:spLocks xmlns:a="http://schemas.openxmlformats.org/drawingml/2006/main" noGrp="1"/>
          </p:cNvSpPr>
          <p:nvPr/>
        </p:nvSpPr>
        <p:spPr>
          <a:xfrm xmlns:a="http://schemas.openxmlformats.org/drawingml/2006/main">
            <a:off x="4595316" y="3105150"/>
            <a:ext cx="3091510" cy="7302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90"/>
              </a:lnSpc>
              <a:buNone/>
            </a:pPr>
            <a:r>
              <a:rPr sz="1400">
                <a:solidFill>
                  <a:srgbClr val="55606B"/>
                </a:solidFill>
                <a:latin typeface="Arial"/>
                <a:ea typeface="Arial"/>
                <a:cs typeface="Arial"/>
              </a:rPr>
              <a:t>Verificar con planificación cuándo están disponibles los predictores; la fuente histórica no registra esos tiempos.</a:t>
            </a:r>
            <a:endParaRPr sz="1400"/>
          </a:p>
        </p:txBody>
      </p:sp>
      <p:sp>
        <p:nvSpPr>
          <p:cNvPr id="12" name="Shape 10">
            <a:extLst xmlns:a="http://schemas.openxmlformats.org/drawingml/2006/main">
              <a:ext uri="{FF2B5EF4-FFF2-40B4-BE49-F238E27FC236}">
                <a16:creationId xmlns:a16="http://schemas.microsoft.com/office/drawing/2014/main" id="{94389FF3-C32C-47DD-971C-810D7856493F}"/>
              </a:ext>
            </a:extLst>
          </p:cNvPr>
          <p:cNvSpPr>
            <a:spLocks xmlns:a="http://schemas.openxmlformats.org/drawingml/2006/main" noGrp="1"/>
          </p:cNvSpPr>
          <p:nvPr/>
        </p:nvSpPr>
        <p:spPr>
          <a:xfrm xmlns:a="http://schemas.openxmlformats.org/drawingml/2006/main">
            <a:off x="7961908" y="1990725"/>
            <a:ext cx="3414216" cy="2025650"/>
          </a:xfrm>
          <a:prstGeom xmlns:a="http://schemas.openxmlformats.org/drawingml/2006/main" prst="roundRect">
            <a:avLst>
              <a:gd name="adj" fmla="val 4859"/>
            </a:avLst>
          </a:prstGeom>
          <a:solidFill xmlns:a="http://schemas.openxmlformats.org/drawingml/2006/main">
            <a:srgbClr val="FBFAF6"/>
          </a:solidFill>
          <a:ln xmlns:a="http://schemas.openxmlformats.org/drawingml/2006/main" w="6350">
            <a:solidFill>
              <a:srgbClr val="DAD6C8"/>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Text 11">
            <a:extLst xmlns:a="http://schemas.openxmlformats.org/drawingml/2006/main">
              <a:ext uri="{FF2B5EF4-FFF2-40B4-BE49-F238E27FC236}">
                <a16:creationId xmlns:a16="http://schemas.microsoft.com/office/drawing/2014/main" id="{263BDFEF-A5F9-4364-A2E2-C177B1C72983}"/>
              </a:ext>
            </a:extLst>
          </p:cNvPr>
          <p:cNvSpPr>
            <a:spLocks xmlns:a="http://schemas.openxmlformats.org/drawingml/2006/main" noGrp="1"/>
          </p:cNvSpPr>
          <p:nvPr/>
        </p:nvSpPr>
        <p:spPr>
          <a:xfrm xmlns:a="http://schemas.openxmlformats.org/drawingml/2006/main">
            <a:off x="8168283" y="2197100"/>
            <a:ext cx="3091510" cy="482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600"/>
              </a:lnSpc>
              <a:buNone/>
            </a:pPr>
            <a:r>
              <a:rPr sz="3600" b="1">
                <a:solidFill>
                  <a:srgbClr val="176B7B"/>
                </a:solidFill>
                <a:latin typeface="Arial"/>
                <a:ea typeface="Arial"/>
                <a:cs typeface="Arial"/>
              </a:rPr>
              <a:t>3</a:t>
            </a:r>
            <a:endParaRPr sz="3600"/>
          </a:p>
        </p:txBody>
      </p:sp>
      <p:sp>
        <p:nvSpPr>
          <p:cNvPr id="14" name="Text 12">
            <a:extLst xmlns:a="http://schemas.openxmlformats.org/drawingml/2006/main">
              <a:ext uri="{FF2B5EF4-FFF2-40B4-BE49-F238E27FC236}">
                <a16:creationId xmlns:a16="http://schemas.microsoft.com/office/drawing/2014/main" id="{720A9D82-E447-4003-AA59-B37E9FC1E62E}"/>
              </a:ext>
            </a:extLst>
          </p:cNvPr>
          <p:cNvSpPr>
            <a:spLocks xmlns:a="http://schemas.openxmlformats.org/drawingml/2006/main" noGrp="1"/>
          </p:cNvSpPr>
          <p:nvPr/>
        </p:nvSpPr>
        <p:spPr>
          <a:xfrm xmlns:a="http://schemas.openxmlformats.org/drawingml/2006/main">
            <a:off x="8168283" y="2743200"/>
            <a:ext cx="3091510" cy="2984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160"/>
              </a:lnSpc>
              <a:buNone/>
            </a:pPr>
            <a:r>
              <a:rPr sz="1800" b="1">
                <a:solidFill>
                  <a:srgbClr val="16222F"/>
                </a:solidFill>
                <a:latin typeface="Arial"/>
                <a:ea typeface="Arial"/>
                <a:cs typeface="Arial"/>
              </a:rPr>
              <a:t>Piloto y evaluación</a:t>
            </a:r>
            <a:endParaRPr sz="1800"/>
          </a:p>
        </p:txBody>
      </p:sp>
      <p:sp>
        <p:nvSpPr>
          <p:cNvPr id="15" name="Text 13">
            <a:extLst xmlns:a="http://schemas.openxmlformats.org/drawingml/2006/main">
              <a:ext uri="{FF2B5EF4-FFF2-40B4-BE49-F238E27FC236}">
                <a16:creationId xmlns:a16="http://schemas.microsoft.com/office/drawing/2014/main" id="{694E868D-7D40-4716-8EA9-0B76095BC76E}"/>
              </a:ext>
            </a:extLst>
          </p:cNvPr>
          <p:cNvSpPr>
            <a:spLocks xmlns:a="http://schemas.openxmlformats.org/drawingml/2006/main" noGrp="1"/>
          </p:cNvSpPr>
          <p:nvPr/>
        </p:nvSpPr>
        <p:spPr>
          <a:xfrm xmlns:a="http://schemas.openxmlformats.org/drawingml/2006/main">
            <a:off x="8168283" y="3105150"/>
            <a:ext cx="3091510" cy="7302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90"/>
              </a:lnSpc>
              <a:buNone/>
            </a:pPr>
            <a:r>
              <a:rPr sz="1400">
                <a:solidFill>
                  <a:srgbClr val="55606B"/>
                </a:solidFill>
                <a:latin typeface="Arial"/>
                <a:ea typeface="Arial"/>
                <a:cs typeface="Arial"/>
              </a:rPr>
              <a:t>Definir umbrales de alerta, medir calibración e impacto, y evaluar en un periodo no usado durante el desarrollo.</a:t>
            </a:r>
            <a:endParaRPr sz="1400"/>
          </a:p>
        </p:txBody>
      </p:sp>
      <p:sp>
        <p:nvSpPr>
          <p:cNvPr id="16" name="Shape 14">
            <a:extLst xmlns:a="http://schemas.openxmlformats.org/drawingml/2006/main">
              <a:ext uri="{FF2B5EF4-FFF2-40B4-BE49-F238E27FC236}">
                <a16:creationId xmlns:a16="http://schemas.microsoft.com/office/drawing/2014/main" id="{F0645B31-11CC-41B7-A757-929B8F5D8727}"/>
              </a:ext>
            </a:extLst>
          </p:cNvPr>
          <p:cNvSpPr>
            <a:spLocks xmlns:a="http://schemas.openxmlformats.org/drawingml/2006/main" noGrp="1"/>
          </p:cNvSpPr>
          <p:nvPr/>
        </p:nvSpPr>
        <p:spPr>
          <a:xfrm xmlns:a="http://schemas.openxmlformats.org/drawingml/2006/main">
            <a:off x="812800" y="4273550"/>
            <a:ext cx="10566400" cy="1054100"/>
          </a:xfrm>
          <a:prstGeom xmlns:a="http://schemas.openxmlformats.org/drawingml/2006/main" prst="roundRect">
            <a:avLst>
              <a:gd name="adj" fmla="val 9639"/>
            </a:avLst>
          </a:prstGeom>
          <a:solidFill xmlns:a="http://schemas.openxmlformats.org/drawingml/2006/main">
            <a:srgbClr val="13243B"/>
          </a:solidFill>
        </p:spPr>
        <p:txBody>
          <a:bodyPr xmlns:a="http://schemas.openxmlformats.org/drawingml/2006/main"/>
          <a:lstStyle xmlns:a="http://schemas.openxmlformats.org/drawingml/2006/main"/>
          <a:p xmlns:a="http://schemas.openxmlformats.org/drawingml/2006/main">
            <a:endParaRPr/>
          </a:p>
        </p:txBody>
      </p:sp>
      <p:sp>
        <p:nvSpPr>
          <p:cNvPr id="17" name="Text 15">
            <a:extLst xmlns:a="http://schemas.openxmlformats.org/drawingml/2006/main">
              <a:ext uri="{FF2B5EF4-FFF2-40B4-BE49-F238E27FC236}">
                <a16:creationId xmlns:a16="http://schemas.microsoft.com/office/drawing/2014/main" id="{F87F0189-7846-4863-8538-3A13833E286A}"/>
              </a:ext>
            </a:extLst>
          </p:cNvPr>
          <p:cNvSpPr>
            <a:spLocks xmlns:a="http://schemas.openxmlformats.org/drawingml/2006/main" noGrp="1"/>
          </p:cNvSpPr>
          <p:nvPr/>
        </p:nvSpPr>
        <p:spPr>
          <a:xfrm xmlns:a="http://schemas.openxmlformats.org/drawingml/2006/main">
            <a:off x="1092200" y="4502150"/>
            <a:ext cx="10307828"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375"/>
              </a:lnSpc>
              <a:buNone/>
            </a:pPr>
            <a:r>
              <a:rPr sz="1900" b="1">
                <a:solidFill>
                  <a:srgbClr val="E9A23B"/>
                </a:solidFill>
                <a:latin typeface="Arial"/>
                <a:ea typeface="Arial"/>
                <a:cs typeface="Arial"/>
              </a:rPr>
              <a:t>Datos de EE. UU.; Colombia requiere validación local.</a:t>
            </a:r>
            <a:endParaRPr sz="1900"/>
          </a:p>
        </p:txBody>
      </p:sp>
      <p:sp>
        <p:nvSpPr>
          <p:cNvPr id="18" name="Text 16">
            <a:extLst xmlns:a="http://schemas.openxmlformats.org/drawingml/2006/main">
              <a:ext uri="{FF2B5EF4-FFF2-40B4-BE49-F238E27FC236}">
                <a16:creationId xmlns:a16="http://schemas.microsoft.com/office/drawing/2014/main" id="{EDD9CB83-9769-4817-9F67-5BE210B2ADF8}"/>
              </a:ext>
            </a:extLst>
          </p:cNvPr>
          <p:cNvSpPr>
            <a:spLocks xmlns:a="http://schemas.openxmlformats.org/drawingml/2006/main" noGrp="1"/>
          </p:cNvSpPr>
          <p:nvPr/>
        </p:nvSpPr>
        <p:spPr>
          <a:xfrm xmlns:a="http://schemas.openxmlformats.org/drawingml/2006/main">
            <a:off x="1092200" y="4864100"/>
            <a:ext cx="10307828" cy="2603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90"/>
              </a:lnSpc>
              <a:buNone/>
            </a:pPr>
            <a:r>
              <a:rPr sz="1400">
                <a:solidFill>
                  <a:srgbClr val="B8C4D2"/>
                </a:solidFill>
                <a:latin typeface="Arial"/>
                <a:ea typeface="Arial"/>
                <a:cs typeface="Arial"/>
              </a:rPr>
              <a:t>Propuesta: puntuar todos los vuelos y alertar los riesgos altos.</a:t>
            </a:r>
            <a:endParaRPr sz="1400"/>
          </a:p>
        </p:txBody>
      </p:sp>
      <p:sp>
        <p:nvSpPr>
          <p:cNvPr id="19" name="Text 17">
            <a:extLst xmlns:a="http://schemas.openxmlformats.org/drawingml/2006/main">
              <a:ext uri="{FF2B5EF4-FFF2-40B4-BE49-F238E27FC236}">
                <a16:creationId xmlns:a16="http://schemas.microsoft.com/office/drawing/2014/main" id="{5A281EA0-74C9-49BC-A110-949BACD1D6B3}"/>
              </a:ext>
            </a:extLst>
          </p:cNvPr>
          <p:cNvSpPr>
            <a:spLocks xmlns:a="http://schemas.openxmlformats.org/drawingml/2006/main" noGrp="1"/>
          </p:cNvSpPr>
          <p:nvPr/>
        </p:nvSpPr>
        <p:spPr>
          <a:xfrm xmlns:a="http://schemas.openxmlformats.org/drawingml/2006/main">
            <a:off x="812800" y="6242050"/>
            <a:ext cx="981075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55606B"/>
                </a:solidFill>
                <a:latin typeface="Arial"/>
                <a:ea typeface="Arial"/>
                <a:cs typeface="Arial"/>
              </a:rPr>
              <a:t>Priorización de vuelos con riesgo de retraso · Herramientas de Big Data · Universidad de La Sabana</a:t>
            </a:r>
            <a:endParaRPr sz="1200"/>
          </a:p>
        </p:txBody>
      </p:sp>
      <p:sp>
        <p:nvSpPr>
          <p:cNvPr id="20" name="Text 18">
            <a:extLst xmlns:a="http://schemas.openxmlformats.org/drawingml/2006/main">
              <a:ext uri="{FF2B5EF4-FFF2-40B4-BE49-F238E27FC236}">
                <a16:creationId xmlns:a16="http://schemas.microsoft.com/office/drawing/2014/main" id="{E0B62688-9E3B-456D-90D7-56797AE06964}"/>
              </a:ext>
            </a:extLst>
          </p:cNvPr>
          <p:cNvSpPr>
            <a:spLocks xmlns:a="http://schemas.openxmlformats.org/drawingml/2006/main" noGrp="1"/>
          </p:cNvSpPr>
          <p:nvPr/>
        </p:nvSpPr>
        <p:spPr>
          <a:xfrm xmlns:a="http://schemas.openxmlformats.org/drawingml/2006/main">
            <a:off x="10693400" y="6242050"/>
            <a:ext cx="685800" cy="2349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55606B"/>
                </a:solidFill>
                <a:latin typeface="Arial"/>
                <a:ea typeface="Arial"/>
                <a:cs typeface="Arial"/>
              </a:rPr>
              <a:t>12</a:t>
            </a:r>
            <a:endParaRPr sz="1200"/>
          </a:p>
        </p:txBody>
      </p:sp>
    </p:spTree>
    <p:extLst>
      <p:ext uri="{BB962C8B-B14F-4D97-AF65-F5344CB8AC3E}">
        <p14:creationId xmlns:p14="http://schemas.microsoft.com/office/powerpoint/2010/main" val="263377663"/>
      </p:ext>
    </p:extLst>
  </p:cSld>
</p:sld>
</file>

<file path=ppt/theme/theme1.xml><?xml version="1.0" encoding="utf-8"?>
<a:theme xmlns:a="http://schemas.openxmlformats.org/drawingml/2006/main" name="Priorización de vuelos con riesgo de retraso">
  <a:themeElements>
    <a:clrScheme name="Priorización de vuelos con riesgo de retraso">
      <a:dk1>
        <a:srgbClr val="16222F"/>
      </a:dk1>
      <a:lt1>
        <a:srgbClr val="F5F3EC"/>
      </a:lt1>
      <a:dk2>
        <a:srgbClr val="4E565E"/>
      </a:dk2>
      <a:lt2>
        <a:srgbClr val="DFDED9"/>
      </a:lt2>
      <a:accent1>
        <a:srgbClr val="E9A23B"/>
      </a:accent1>
      <a:accent2>
        <a:srgbClr val="176B7B"/>
      </a:accent2>
      <a:accent3>
        <a:srgbClr val="1D3452"/>
      </a:accent3>
      <a:accent4>
        <a:srgbClr val="8A5A0A"/>
      </a:accent4>
      <a:accent5>
        <a:srgbClr val="8FA3B8"/>
      </a:accent5>
      <a:accent6>
        <a:srgbClr val="CFCBBE"/>
      </a:accent6>
      <a:hlink>
        <a:srgbClr val="0563C1"/>
      </a:hlink>
      <a:folHlink>
        <a:srgbClr val="954F72"/>
      </a:folHlink>
    </a:clrScheme>
    <a:fontScheme name="Priorización de vuelos con riesgo de retras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riorización de vuelos con riesgo de retraso">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2026-10-21T20:37:25.5490000Z</dcterms:created>
  <dcterms:modified xsi:type="dcterms:W3CDTF">2026-10-21T20:37:25.5500000Z</dcterms:modified>
</coreProperties>
</file>